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 autoCompressPictures="0">
  <p:sldMasterIdLst>
    <p:sldMasterId id="2147483648" r:id="rId5"/>
  </p:sldMasterIdLst>
  <p:notesMasterIdLst>
    <p:notesMasterId r:id="rId24"/>
  </p:notesMasterIdLst>
  <p:handoutMasterIdLst>
    <p:handoutMasterId r:id="rId25"/>
  </p:handoutMasterIdLst>
  <p:sldIdLst>
    <p:sldId id="256" r:id="rId6"/>
    <p:sldId id="257" r:id="rId7"/>
    <p:sldId id="273" r:id="rId8"/>
    <p:sldId id="258" r:id="rId9"/>
    <p:sldId id="264" r:id="rId10"/>
    <p:sldId id="275" r:id="rId11"/>
    <p:sldId id="292" r:id="rId12"/>
    <p:sldId id="274" r:id="rId13"/>
    <p:sldId id="277" r:id="rId14"/>
    <p:sldId id="293" r:id="rId15"/>
    <p:sldId id="296" r:id="rId16"/>
    <p:sldId id="308" r:id="rId17"/>
    <p:sldId id="309" r:id="rId18"/>
    <p:sldId id="310" r:id="rId19"/>
    <p:sldId id="278" r:id="rId20"/>
    <p:sldId id="282" r:id="rId21"/>
    <p:sldId id="311" r:id="rId22"/>
    <p:sldId id="260" r:id="rId23"/>
  </p:sldIdLst>
  <p:sldSz cx="9144000" cy="6858000" type="screen4x3"/>
  <p:notesSz cx="6858000" cy="9144000"/>
  <p:defaultTextStyle>
    <a:defPPr>
      <a:defRPr lang="es-ES_tradnl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FFFFFF"/>
    <a:srgbClr val="000000"/>
    <a:srgbClr val="0098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79"/>
    <p:restoredTop sz="94687"/>
  </p:normalViewPr>
  <p:slideViewPr>
    <p:cSldViewPr showGuides="1">
      <p:cViewPr varScale="1">
        <p:scale>
          <a:sx n="78" d="100"/>
          <a:sy n="78" d="100"/>
        </p:scale>
        <p:origin x="150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E25859-96D4-4B8C-831E-3C3728B42AED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A4010B5-9A85-4A91-A5EA-22DB53B0E1F1}">
      <dgm:prSet/>
      <dgm:spPr/>
      <dgm:t>
        <a:bodyPr/>
        <a:lstStyle/>
        <a:p>
          <a:r>
            <a:rPr lang="es-MX" dirty="0">
              <a:latin typeface="Arial Narrow"/>
            </a:rPr>
            <a:t>Mónica</a:t>
          </a:r>
          <a:r>
            <a:rPr lang="es-MX" dirty="0"/>
            <a:t> Guadalupe Olivares Robles Gil</a:t>
          </a:r>
          <a:endParaRPr lang="en-US" dirty="0"/>
        </a:p>
      </dgm:t>
    </dgm:pt>
    <dgm:pt modelId="{DD71B874-19C7-479B-9664-1170F8A8AA18}" type="parTrans" cxnId="{39E3F7C3-3A3D-47F3-8AC8-C5377F0A0027}">
      <dgm:prSet/>
      <dgm:spPr/>
      <dgm:t>
        <a:bodyPr/>
        <a:lstStyle/>
        <a:p>
          <a:endParaRPr lang="en-US"/>
        </a:p>
      </dgm:t>
    </dgm:pt>
    <dgm:pt modelId="{5476949D-DFA2-453F-BD34-663FC445981E}" type="sibTrans" cxnId="{39E3F7C3-3A3D-47F3-8AC8-C5377F0A0027}">
      <dgm:prSet/>
      <dgm:spPr/>
      <dgm:t>
        <a:bodyPr/>
        <a:lstStyle/>
        <a:p>
          <a:endParaRPr lang="en-US"/>
        </a:p>
      </dgm:t>
    </dgm:pt>
    <dgm:pt modelId="{B63C7267-C4B0-4CF3-B57B-AF6DEBB05C56}">
      <dgm:prSet/>
      <dgm:spPr/>
      <dgm:t>
        <a:bodyPr/>
        <a:lstStyle/>
        <a:p>
          <a:r>
            <a:rPr lang="es-MX" dirty="0" err="1"/>
            <a:t>Doctorante</a:t>
          </a:r>
          <a:r>
            <a:rPr lang="es-MX" dirty="0"/>
            <a:t> en Educación (UBC)</a:t>
          </a:r>
          <a:endParaRPr lang="en-US" dirty="0"/>
        </a:p>
      </dgm:t>
    </dgm:pt>
    <dgm:pt modelId="{92A9CA25-15E5-4A9C-B9F7-8FD641DB6F29}" type="parTrans" cxnId="{3B825247-C58B-4DAD-ABD2-631E6DD3942A}">
      <dgm:prSet/>
      <dgm:spPr/>
      <dgm:t>
        <a:bodyPr/>
        <a:lstStyle/>
        <a:p>
          <a:endParaRPr lang="en-US"/>
        </a:p>
      </dgm:t>
    </dgm:pt>
    <dgm:pt modelId="{D443B9BC-D2D7-4D2F-9CF8-D960552F0F3E}" type="sibTrans" cxnId="{3B825247-C58B-4DAD-ABD2-631E6DD3942A}">
      <dgm:prSet/>
      <dgm:spPr/>
      <dgm:t>
        <a:bodyPr/>
        <a:lstStyle/>
        <a:p>
          <a:endParaRPr lang="en-US"/>
        </a:p>
      </dgm:t>
    </dgm:pt>
    <dgm:pt modelId="{FE899571-CC26-4595-ADB9-788040721DBA}">
      <dgm:prSet/>
      <dgm:spPr/>
      <dgm:t>
        <a:bodyPr/>
        <a:lstStyle/>
        <a:p>
          <a:r>
            <a:rPr lang="es-MX" dirty="0"/>
            <a:t>Maestra en Educación UNID</a:t>
          </a:r>
          <a:endParaRPr lang="en-US" dirty="0"/>
        </a:p>
      </dgm:t>
    </dgm:pt>
    <dgm:pt modelId="{E87BAC48-7DCF-418D-8AD3-9DB71454ACEF}" type="parTrans" cxnId="{7BB92CD6-041A-4878-AF88-A3962CC218CC}">
      <dgm:prSet/>
      <dgm:spPr/>
      <dgm:t>
        <a:bodyPr/>
        <a:lstStyle/>
        <a:p>
          <a:endParaRPr lang="en-US"/>
        </a:p>
      </dgm:t>
    </dgm:pt>
    <dgm:pt modelId="{1F97D35A-B79D-4233-B48F-BE81CED0BAA6}" type="sibTrans" cxnId="{7BB92CD6-041A-4878-AF88-A3962CC218CC}">
      <dgm:prSet/>
      <dgm:spPr/>
      <dgm:t>
        <a:bodyPr/>
        <a:lstStyle/>
        <a:p>
          <a:endParaRPr lang="en-US"/>
        </a:p>
      </dgm:t>
    </dgm:pt>
    <dgm:pt modelId="{A5C5305B-F37B-4041-9EB1-C6D9D586FA05}">
      <dgm:prSet/>
      <dgm:spPr/>
      <dgm:t>
        <a:bodyPr/>
        <a:lstStyle/>
        <a:p>
          <a:r>
            <a:rPr lang="es-MX" dirty="0"/>
            <a:t>Ingeniera en computación UNAM</a:t>
          </a:r>
          <a:endParaRPr lang="en-US" dirty="0"/>
        </a:p>
      </dgm:t>
    </dgm:pt>
    <dgm:pt modelId="{B1637B38-489A-4BC8-A009-F0C0C4B69546}" type="parTrans" cxnId="{7EE50B8D-DE4F-48F2-B9EE-9230EDD23143}">
      <dgm:prSet/>
      <dgm:spPr/>
      <dgm:t>
        <a:bodyPr/>
        <a:lstStyle/>
        <a:p>
          <a:endParaRPr lang="en-US"/>
        </a:p>
      </dgm:t>
    </dgm:pt>
    <dgm:pt modelId="{F83D941C-8E60-4DEA-9176-9E3DC4A6214F}" type="sibTrans" cxnId="{7EE50B8D-DE4F-48F2-B9EE-9230EDD23143}">
      <dgm:prSet/>
      <dgm:spPr/>
      <dgm:t>
        <a:bodyPr/>
        <a:lstStyle/>
        <a:p>
          <a:endParaRPr lang="en-US"/>
        </a:p>
      </dgm:t>
    </dgm:pt>
    <dgm:pt modelId="{C92F85CF-6978-4B6A-8625-B340C91FDF27}">
      <dgm:prSet/>
      <dgm:spPr/>
      <dgm:t>
        <a:bodyPr/>
        <a:lstStyle/>
        <a:p>
          <a:pPr rtl="0"/>
          <a:r>
            <a:rPr lang="es-MX" dirty="0">
              <a:latin typeface="Arial Narrow"/>
            </a:rPr>
            <a:t>2019 </a:t>
          </a:r>
          <a:r>
            <a:rPr lang="es-MX" dirty="0"/>
            <a:t>a la fecha UNIR</a:t>
          </a:r>
          <a:endParaRPr lang="en-US" dirty="0">
            <a:latin typeface="Arial Narrow"/>
          </a:endParaRPr>
        </a:p>
      </dgm:t>
    </dgm:pt>
    <dgm:pt modelId="{EE2C6E73-3AFA-4C06-A10D-B0224E3B6414}" type="parTrans" cxnId="{71CBF2FE-32DD-4A4F-BE9E-667CDE7BDD2D}">
      <dgm:prSet/>
      <dgm:spPr/>
      <dgm:t>
        <a:bodyPr/>
        <a:lstStyle/>
        <a:p>
          <a:endParaRPr lang="en-US"/>
        </a:p>
      </dgm:t>
    </dgm:pt>
    <dgm:pt modelId="{4B080C1F-D7F1-48EF-98B0-2E0970E2E6B3}" type="sibTrans" cxnId="{71CBF2FE-32DD-4A4F-BE9E-667CDE7BDD2D}">
      <dgm:prSet/>
      <dgm:spPr/>
      <dgm:t>
        <a:bodyPr/>
        <a:lstStyle/>
        <a:p>
          <a:endParaRPr lang="en-US"/>
        </a:p>
      </dgm:t>
    </dgm:pt>
    <dgm:pt modelId="{B389F9AD-F690-4ADA-98D5-A7B6C2B9126E}">
      <dgm:prSet/>
      <dgm:spPr/>
      <dgm:t>
        <a:bodyPr/>
        <a:lstStyle/>
        <a:p>
          <a:pPr rtl="0"/>
          <a:r>
            <a:rPr lang="es-MX" dirty="0"/>
            <a:t>2019 </a:t>
          </a:r>
          <a:r>
            <a:rPr lang="es-MX" dirty="0">
              <a:latin typeface="Arial Narrow"/>
            </a:rPr>
            <a:t>- 2022</a:t>
          </a:r>
          <a:r>
            <a:rPr lang="es-MX" dirty="0"/>
            <a:t> ADM</a:t>
          </a:r>
          <a:endParaRPr lang="en-US" dirty="0"/>
        </a:p>
      </dgm:t>
    </dgm:pt>
    <dgm:pt modelId="{B3A105AC-7A36-49F6-8134-9914F53C275A}" type="parTrans" cxnId="{F8F2B77F-C570-436D-88ED-0A76C860898F}">
      <dgm:prSet/>
      <dgm:spPr/>
      <dgm:t>
        <a:bodyPr/>
        <a:lstStyle/>
        <a:p>
          <a:endParaRPr lang="en-US"/>
        </a:p>
      </dgm:t>
    </dgm:pt>
    <dgm:pt modelId="{E95DBDDA-1567-4EBC-94E1-69E6A3B342EE}" type="sibTrans" cxnId="{F8F2B77F-C570-436D-88ED-0A76C860898F}">
      <dgm:prSet/>
      <dgm:spPr/>
      <dgm:t>
        <a:bodyPr/>
        <a:lstStyle/>
        <a:p>
          <a:endParaRPr lang="en-US"/>
        </a:p>
      </dgm:t>
    </dgm:pt>
    <dgm:pt modelId="{F9E174F0-6125-424C-99B6-5F6C730D01F5}">
      <dgm:prSet/>
      <dgm:spPr/>
      <dgm:t>
        <a:bodyPr/>
        <a:lstStyle/>
        <a:p>
          <a:r>
            <a:rPr lang="es-MX" dirty="0"/>
            <a:t>2013 - 2020 UNID</a:t>
          </a:r>
          <a:endParaRPr lang="en-US" dirty="0"/>
        </a:p>
      </dgm:t>
    </dgm:pt>
    <dgm:pt modelId="{B1DE59F2-E582-4ED5-B0E1-AD81FE9831F8}" type="parTrans" cxnId="{BECEC8E5-4707-4DDB-81AE-63F1F4F30E2E}">
      <dgm:prSet/>
      <dgm:spPr/>
      <dgm:t>
        <a:bodyPr/>
        <a:lstStyle/>
        <a:p>
          <a:endParaRPr lang="en-US"/>
        </a:p>
      </dgm:t>
    </dgm:pt>
    <dgm:pt modelId="{9BA95183-FDC1-4081-97D1-7743D35E87FF}" type="sibTrans" cxnId="{BECEC8E5-4707-4DDB-81AE-63F1F4F30E2E}">
      <dgm:prSet/>
      <dgm:spPr/>
      <dgm:t>
        <a:bodyPr/>
        <a:lstStyle/>
        <a:p>
          <a:endParaRPr lang="en-US"/>
        </a:p>
      </dgm:t>
    </dgm:pt>
    <dgm:pt modelId="{CAA1FA51-50E9-4AE8-BD00-2EBF12633E5C}">
      <dgm:prSet/>
      <dgm:spPr/>
      <dgm:t>
        <a:bodyPr/>
        <a:lstStyle/>
        <a:p>
          <a:r>
            <a:rPr lang="es-MX" dirty="0"/>
            <a:t>2010 – 2014 Facilitadora en línea </a:t>
          </a:r>
          <a:r>
            <a:rPr lang="es-MX" dirty="0" err="1"/>
            <a:t>UnAD</a:t>
          </a:r>
          <a:endParaRPr lang="en-US" dirty="0" err="1"/>
        </a:p>
      </dgm:t>
    </dgm:pt>
    <dgm:pt modelId="{04FB59BE-AA26-4F7B-9B68-6379A4DB47DC}" type="parTrans" cxnId="{2D2440C9-4D86-4EAC-B029-44FD8A03C745}">
      <dgm:prSet/>
      <dgm:spPr/>
      <dgm:t>
        <a:bodyPr/>
        <a:lstStyle/>
        <a:p>
          <a:endParaRPr lang="en-US"/>
        </a:p>
      </dgm:t>
    </dgm:pt>
    <dgm:pt modelId="{C36B62B3-7D97-43A5-A77E-30D66C1293F3}" type="sibTrans" cxnId="{2D2440C9-4D86-4EAC-B029-44FD8A03C745}">
      <dgm:prSet/>
      <dgm:spPr/>
      <dgm:t>
        <a:bodyPr/>
        <a:lstStyle/>
        <a:p>
          <a:endParaRPr lang="en-US"/>
        </a:p>
      </dgm:t>
    </dgm:pt>
    <dgm:pt modelId="{465AC113-EBB1-4B2C-9619-FEC100229537}">
      <dgm:prSet/>
      <dgm:spPr/>
      <dgm:t>
        <a:bodyPr/>
        <a:lstStyle/>
        <a:p>
          <a:r>
            <a:rPr lang="es-MX" dirty="0"/>
            <a:t>2010 a la fecha Sinodal CENEVAL</a:t>
          </a:r>
          <a:endParaRPr lang="en-US" dirty="0"/>
        </a:p>
      </dgm:t>
    </dgm:pt>
    <dgm:pt modelId="{CEB9A59A-5592-4322-9444-998855859A3B}" type="parTrans" cxnId="{8BEE7ED3-07A9-4454-9248-865F7B93A855}">
      <dgm:prSet/>
      <dgm:spPr/>
      <dgm:t>
        <a:bodyPr/>
        <a:lstStyle/>
        <a:p>
          <a:endParaRPr lang="en-US"/>
        </a:p>
      </dgm:t>
    </dgm:pt>
    <dgm:pt modelId="{FF70152C-6A38-4DCE-AC6B-850871038AA0}" type="sibTrans" cxnId="{8BEE7ED3-07A9-4454-9248-865F7B93A855}">
      <dgm:prSet/>
      <dgm:spPr/>
      <dgm:t>
        <a:bodyPr/>
        <a:lstStyle/>
        <a:p>
          <a:endParaRPr lang="en-US"/>
        </a:p>
      </dgm:t>
    </dgm:pt>
    <dgm:pt modelId="{24763332-2C35-4D3E-9DEC-F5EC8110A564}">
      <dgm:prSet/>
      <dgm:spPr/>
      <dgm:t>
        <a:bodyPr/>
        <a:lstStyle/>
        <a:p>
          <a:r>
            <a:rPr lang="es-MX" dirty="0"/>
            <a:t>2008 – 2024 UNITEC</a:t>
          </a:r>
          <a:endParaRPr lang="en-US" dirty="0"/>
        </a:p>
      </dgm:t>
    </dgm:pt>
    <dgm:pt modelId="{49A06FC4-D947-4640-8341-6B8EC8788531}" type="parTrans" cxnId="{52569317-7B60-40EE-B92B-C1976D102E9D}">
      <dgm:prSet/>
      <dgm:spPr/>
      <dgm:t>
        <a:bodyPr/>
        <a:lstStyle/>
        <a:p>
          <a:endParaRPr lang="en-US"/>
        </a:p>
      </dgm:t>
    </dgm:pt>
    <dgm:pt modelId="{AE3356C8-8D95-485B-904B-F4264555ADCC}" type="sibTrans" cxnId="{52569317-7B60-40EE-B92B-C1976D102E9D}">
      <dgm:prSet/>
      <dgm:spPr/>
      <dgm:t>
        <a:bodyPr/>
        <a:lstStyle/>
        <a:p>
          <a:endParaRPr lang="en-US"/>
        </a:p>
      </dgm:t>
    </dgm:pt>
    <dgm:pt modelId="{4BB1EF29-CB63-4024-9962-2E55039F23C4}">
      <dgm:prSet/>
      <dgm:spPr/>
      <dgm:t>
        <a:bodyPr/>
        <a:lstStyle/>
        <a:p>
          <a:r>
            <a:rPr lang="es-MX" dirty="0"/>
            <a:t>2000- 2005 Directora de Telebachillerato, Veracruz</a:t>
          </a:r>
          <a:endParaRPr lang="en-US" dirty="0"/>
        </a:p>
      </dgm:t>
    </dgm:pt>
    <dgm:pt modelId="{800B51F2-8A58-4C48-A8FF-AA5E8429F2CA}" type="parTrans" cxnId="{EA137CDB-D231-4776-B989-DC6E5AFD3EAE}">
      <dgm:prSet/>
      <dgm:spPr/>
      <dgm:t>
        <a:bodyPr/>
        <a:lstStyle/>
        <a:p>
          <a:endParaRPr lang="en-US"/>
        </a:p>
      </dgm:t>
    </dgm:pt>
    <dgm:pt modelId="{75C293BB-3E22-49F9-8635-3F25E003DA16}" type="sibTrans" cxnId="{EA137CDB-D231-4776-B989-DC6E5AFD3EAE}">
      <dgm:prSet/>
      <dgm:spPr/>
      <dgm:t>
        <a:bodyPr/>
        <a:lstStyle/>
        <a:p>
          <a:endParaRPr lang="en-US"/>
        </a:p>
      </dgm:t>
    </dgm:pt>
    <dgm:pt modelId="{692570D4-6635-4C4B-B6A0-CC206EFAF2C7}">
      <dgm:prSet phldr="0"/>
      <dgm:spPr/>
      <dgm:t>
        <a:bodyPr/>
        <a:lstStyle/>
        <a:p>
          <a:pPr rtl="0"/>
          <a:r>
            <a:rPr lang="es-MX" dirty="0">
              <a:latin typeface="Arial Narrow"/>
            </a:rPr>
            <a:t>2018 –2020 UBC</a:t>
          </a:r>
        </a:p>
      </dgm:t>
    </dgm:pt>
    <dgm:pt modelId="{F555AC17-5EC6-4D11-BC7E-367554B75275}" type="parTrans" cxnId="{85A237D6-CE66-4463-84BC-7FCABD098B6B}">
      <dgm:prSet/>
      <dgm:spPr/>
      <dgm:t>
        <a:bodyPr/>
        <a:lstStyle/>
        <a:p>
          <a:endParaRPr lang="es-MX"/>
        </a:p>
      </dgm:t>
    </dgm:pt>
    <dgm:pt modelId="{09741C51-B2B3-460D-8789-E5BA13438381}" type="sibTrans" cxnId="{85A237D6-CE66-4463-84BC-7FCABD098B6B}">
      <dgm:prSet/>
      <dgm:spPr/>
      <dgm:t>
        <a:bodyPr/>
        <a:lstStyle/>
        <a:p>
          <a:endParaRPr lang="es-MX"/>
        </a:p>
      </dgm:t>
    </dgm:pt>
    <dgm:pt modelId="{71F0C594-C9ED-494D-B3BE-DCE3B36A6B15}">
      <dgm:prSet/>
      <dgm:spPr/>
      <dgm:t>
        <a:bodyPr/>
        <a:lstStyle/>
        <a:p>
          <a:r>
            <a:rPr lang="es-MX" dirty="0">
              <a:latin typeface="Arial Narrow"/>
            </a:rPr>
            <a:t>2024 </a:t>
          </a:r>
          <a:r>
            <a:rPr lang="es-MX" dirty="0"/>
            <a:t>a la fecha URC</a:t>
          </a:r>
          <a:endParaRPr lang="en-US" dirty="0"/>
        </a:p>
      </dgm:t>
    </dgm:pt>
    <dgm:pt modelId="{035F48B6-C639-49D8-97A3-EBCECF1B7E5A}" type="parTrans" cxnId="{FA5D377F-F5DF-4680-8AD6-D3EB8C8F0856}">
      <dgm:prSet/>
      <dgm:spPr/>
      <dgm:t>
        <a:bodyPr/>
        <a:lstStyle/>
        <a:p>
          <a:endParaRPr lang="es-MX"/>
        </a:p>
      </dgm:t>
    </dgm:pt>
    <dgm:pt modelId="{20CB9464-4664-4118-980E-E9FE6E9691E9}" type="sibTrans" cxnId="{FA5D377F-F5DF-4680-8AD6-D3EB8C8F0856}">
      <dgm:prSet/>
      <dgm:spPr/>
      <dgm:t>
        <a:bodyPr/>
        <a:lstStyle/>
        <a:p>
          <a:endParaRPr lang="es-MX"/>
        </a:p>
      </dgm:t>
    </dgm:pt>
    <dgm:pt modelId="{F1D60106-B0EF-4A46-9D55-D7784BE8724B}" type="pres">
      <dgm:prSet presAssocID="{78E25859-96D4-4B8C-831E-3C3728B42AED}" presName="vert0" presStyleCnt="0">
        <dgm:presLayoutVars>
          <dgm:dir/>
          <dgm:animOne val="branch"/>
          <dgm:animLvl val="lvl"/>
        </dgm:presLayoutVars>
      </dgm:prSet>
      <dgm:spPr/>
    </dgm:pt>
    <dgm:pt modelId="{4215267D-1C28-467E-9857-3F98EEFD15D7}" type="pres">
      <dgm:prSet presAssocID="{1A4010B5-9A85-4A91-A5EA-22DB53B0E1F1}" presName="thickLine" presStyleLbl="alignNode1" presStyleIdx="0" presStyleCnt="13"/>
      <dgm:spPr/>
    </dgm:pt>
    <dgm:pt modelId="{8996782C-7B8C-4AA9-8A69-F5A701BA2EEC}" type="pres">
      <dgm:prSet presAssocID="{1A4010B5-9A85-4A91-A5EA-22DB53B0E1F1}" presName="horz1" presStyleCnt="0"/>
      <dgm:spPr/>
    </dgm:pt>
    <dgm:pt modelId="{67E0F47A-38AB-4592-AC32-BB9BCC8DC260}" type="pres">
      <dgm:prSet presAssocID="{1A4010B5-9A85-4A91-A5EA-22DB53B0E1F1}" presName="tx1" presStyleLbl="revTx" presStyleIdx="0" presStyleCnt="13" custLinFactY="-26030" custLinFactNeighborX="668" custLinFactNeighborY="-100000"/>
      <dgm:spPr/>
    </dgm:pt>
    <dgm:pt modelId="{E29BC2FF-57AA-426C-BD64-1C89F5A12E50}" type="pres">
      <dgm:prSet presAssocID="{1A4010B5-9A85-4A91-A5EA-22DB53B0E1F1}" presName="vert1" presStyleCnt="0"/>
      <dgm:spPr/>
    </dgm:pt>
    <dgm:pt modelId="{F3EC6BBC-56F1-4137-A4B1-1541BC1D7F54}" type="pres">
      <dgm:prSet presAssocID="{B63C7267-C4B0-4CF3-B57B-AF6DEBB05C56}" presName="thickLine" presStyleLbl="alignNode1" presStyleIdx="1" presStyleCnt="13"/>
      <dgm:spPr/>
    </dgm:pt>
    <dgm:pt modelId="{A6E014B9-F10B-4BEA-920F-4D7A4831DE05}" type="pres">
      <dgm:prSet presAssocID="{B63C7267-C4B0-4CF3-B57B-AF6DEBB05C56}" presName="horz1" presStyleCnt="0"/>
      <dgm:spPr/>
    </dgm:pt>
    <dgm:pt modelId="{D374DB72-EA6C-4C3F-82F2-8E2887C2CF9D}" type="pres">
      <dgm:prSet presAssocID="{B63C7267-C4B0-4CF3-B57B-AF6DEBB05C56}" presName="tx1" presStyleLbl="revTx" presStyleIdx="1" presStyleCnt="13"/>
      <dgm:spPr/>
    </dgm:pt>
    <dgm:pt modelId="{E46D5D76-5090-4585-8950-FFC375A845E3}" type="pres">
      <dgm:prSet presAssocID="{B63C7267-C4B0-4CF3-B57B-AF6DEBB05C56}" presName="vert1" presStyleCnt="0"/>
      <dgm:spPr/>
    </dgm:pt>
    <dgm:pt modelId="{984A2257-C549-4A92-9AE0-62686233104F}" type="pres">
      <dgm:prSet presAssocID="{FE899571-CC26-4595-ADB9-788040721DBA}" presName="thickLine" presStyleLbl="alignNode1" presStyleIdx="2" presStyleCnt="13"/>
      <dgm:spPr/>
    </dgm:pt>
    <dgm:pt modelId="{DD418F1D-346A-48CC-B0AA-1750FDAA68AF}" type="pres">
      <dgm:prSet presAssocID="{FE899571-CC26-4595-ADB9-788040721DBA}" presName="horz1" presStyleCnt="0"/>
      <dgm:spPr/>
    </dgm:pt>
    <dgm:pt modelId="{1858CB13-3EA6-4848-96CD-851E9F0FF567}" type="pres">
      <dgm:prSet presAssocID="{FE899571-CC26-4595-ADB9-788040721DBA}" presName="tx1" presStyleLbl="revTx" presStyleIdx="2" presStyleCnt="13"/>
      <dgm:spPr/>
    </dgm:pt>
    <dgm:pt modelId="{D8B6BFAB-5F68-4DE9-8D24-A9D23775CFBA}" type="pres">
      <dgm:prSet presAssocID="{FE899571-CC26-4595-ADB9-788040721DBA}" presName="vert1" presStyleCnt="0"/>
      <dgm:spPr/>
    </dgm:pt>
    <dgm:pt modelId="{1295DA3D-F440-4DC1-84A5-D9D407B0ABA6}" type="pres">
      <dgm:prSet presAssocID="{A5C5305B-F37B-4041-9EB1-C6D9D586FA05}" presName="thickLine" presStyleLbl="alignNode1" presStyleIdx="3" presStyleCnt="13"/>
      <dgm:spPr/>
    </dgm:pt>
    <dgm:pt modelId="{9D171C40-7E8F-43E0-A75B-01B2505EA7CF}" type="pres">
      <dgm:prSet presAssocID="{A5C5305B-F37B-4041-9EB1-C6D9D586FA05}" presName="horz1" presStyleCnt="0"/>
      <dgm:spPr/>
    </dgm:pt>
    <dgm:pt modelId="{0E029E23-9C0C-4906-A84A-89A6A63273A1}" type="pres">
      <dgm:prSet presAssocID="{A5C5305B-F37B-4041-9EB1-C6D9D586FA05}" presName="tx1" presStyleLbl="revTx" presStyleIdx="3" presStyleCnt="13"/>
      <dgm:spPr/>
    </dgm:pt>
    <dgm:pt modelId="{FE7E93FE-6754-47C5-961E-E389C8B6DCD5}" type="pres">
      <dgm:prSet presAssocID="{A5C5305B-F37B-4041-9EB1-C6D9D586FA05}" presName="vert1" presStyleCnt="0"/>
      <dgm:spPr/>
    </dgm:pt>
    <dgm:pt modelId="{D0597DBB-492E-499B-8A02-3981EC33E343}" type="pres">
      <dgm:prSet presAssocID="{71F0C594-C9ED-494D-B3BE-DCE3B36A6B15}" presName="thickLine" presStyleLbl="alignNode1" presStyleIdx="4" presStyleCnt="13"/>
      <dgm:spPr/>
    </dgm:pt>
    <dgm:pt modelId="{4C1DE329-300C-426C-97E0-303193ADA0B1}" type="pres">
      <dgm:prSet presAssocID="{71F0C594-C9ED-494D-B3BE-DCE3B36A6B15}" presName="horz1" presStyleCnt="0"/>
      <dgm:spPr/>
    </dgm:pt>
    <dgm:pt modelId="{EBD082C3-0B9F-42FA-84BC-129E06D266D0}" type="pres">
      <dgm:prSet presAssocID="{71F0C594-C9ED-494D-B3BE-DCE3B36A6B15}" presName="tx1" presStyleLbl="revTx" presStyleIdx="4" presStyleCnt="13"/>
      <dgm:spPr/>
    </dgm:pt>
    <dgm:pt modelId="{BF0088ED-06A3-4136-ADB8-86A0BDFA0858}" type="pres">
      <dgm:prSet presAssocID="{71F0C594-C9ED-494D-B3BE-DCE3B36A6B15}" presName="vert1" presStyleCnt="0"/>
      <dgm:spPr/>
    </dgm:pt>
    <dgm:pt modelId="{806DD006-9BA8-441B-AE51-180D9E52E443}" type="pres">
      <dgm:prSet presAssocID="{C92F85CF-6978-4B6A-8625-B340C91FDF27}" presName="thickLine" presStyleLbl="alignNode1" presStyleIdx="5" presStyleCnt="13"/>
      <dgm:spPr/>
    </dgm:pt>
    <dgm:pt modelId="{2B3B3FD3-1379-42CE-91D2-73A85CFD2B6F}" type="pres">
      <dgm:prSet presAssocID="{C92F85CF-6978-4B6A-8625-B340C91FDF27}" presName="horz1" presStyleCnt="0"/>
      <dgm:spPr/>
    </dgm:pt>
    <dgm:pt modelId="{3E264464-4A9D-4454-92CB-55A3EE75BC6A}" type="pres">
      <dgm:prSet presAssocID="{C92F85CF-6978-4B6A-8625-B340C91FDF27}" presName="tx1" presStyleLbl="revTx" presStyleIdx="5" presStyleCnt="13"/>
      <dgm:spPr/>
    </dgm:pt>
    <dgm:pt modelId="{B405E29D-DC23-4E5F-8C8F-592070ABDCCA}" type="pres">
      <dgm:prSet presAssocID="{C92F85CF-6978-4B6A-8625-B340C91FDF27}" presName="vert1" presStyleCnt="0"/>
      <dgm:spPr/>
    </dgm:pt>
    <dgm:pt modelId="{73EB4457-00FE-4334-8771-76F73D2C9DF8}" type="pres">
      <dgm:prSet presAssocID="{B389F9AD-F690-4ADA-98D5-A7B6C2B9126E}" presName="thickLine" presStyleLbl="alignNode1" presStyleIdx="6" presStyleCnt="13"/>
      <dgm:spPr/>
    </dgm:pt>
    <dgm:pt modelId="{59C5A9D2-5210-4179-84C4-F5A5E261549B}" type="pres">
      <dgm:prSet presAssocID="{B389F9AD-F690-4ADA-98D5-A7B6C2B9126E}" presName="horz1" presStyleCnt="0"/>
      <dgm:spPr/>
    </dgm:pt>
    <dgm:pt modelId="{CD22434D-5224-4724-8617-989CD5077B62}" type="pres">
      <dgm:prSet presAssocID="{B389F9AD-F690-4ADA-98D5-A7B6C2B9126E}" presName="tx1" presStyleLbl="revTx" presStyleIdx="6" presStyleCnt="13"/>
      <dgm:spPr/>
    </dgm:pt>
    <dgm:pt modelId="{E7A477D4-35EB-4E56-A82F-066445B5C0CB}" type="pres">
      <dgm:prSet presAssocID="{B389F9AD-F690-4ADA-98D5-A7B6C2B9126E}" presName="vert1" presStyleCnt="0"/>
      <dgm:spPr/>
    </dgm:pt>
    <dgm:pt modelId="{FD9204F1-C5DB-4CEA-B698-27DE22C6DF2A}" type="pres">
      <dgm:prSet presAssocID="{692570D4-6635-4C4B-B6A0-CC206EFAF2C7}" presName="thickLine" presStyleLbl="alignNode1" presStyleIdx="7" presStyleCnt="13"/>
      <dgm:spPr/>
    </dgm:pt>
    <dgm:pt modelId="{A28A002B-71F7-4BC3-AB8C-96D85F5FD3CD}" type="pres">
      <dgm:prSet presAssocID="{692570D4-6635-4C4B-B6A0-CC206EFAF2C7}" presName="horz1" presStyleCnt="0"/>
      <dgm:spPr/>
    </dgm:pt>
    <dgm:pt modelId="{B689B703-8530-4700-9A8C-4DE677920E7F}" type="pres">
      <dgm:prSet presAssocID="{692570D4-6635-4C4B-B6A0-CC206EFAF2C7}" presName="tx1" presStyleLbl="revTx" presStyleIdx="7" presStyleCnt="13"/>
      <dgm:spPr/>
    </dgm:pt>
    <dgm:pt modelId="{E83BD135-C7BA-4905-A62A-F36F1193438F}" type="pres">
      <dgm:prSet presAssocID="{692570D4-6635-4C4B-B6A0-CC206EFAF2C7}" presName="vert1" presStyleCnt="0"/>
      <dgm:spPr/>
    </dgm:pt>
    <dgm:pt modelId="{DC89D7F3-6DC5-43D9-8877-71191058D50D}" type="pres">
      <dgm:prSet presAssocID="{F9E174F0-6125-424C-99B6-5F6C730D01F5}" presName="thickLine" presStyleLbl="alignNode1" presStyleIdx="8" presStyleCnt="13"/>
      <dgm:spPr/>
    </dgm:pt>
    <dgm:pt modelId="{35CB959F-7370-4B45-AD18-DBE6C318B077}" type="pres">
      <dgm:prSet presAssocID="{F9E174F0-6125-424C-99B6-5F6C730D01F5}" presName="horz1" presStyleCnt="0"/>
      <dgm:spPr/>
    </dgm:pt>
    <dgm:pt modelId="{0CC98D31-AEF2-45AF-BE82-D898634EAFEF}" type="pres">
      <dgm:prSet presAssocID="{F9E174F0-6125-424C-99B6-5F6C730D01F5}" presName="tx1" presStyleLbl="revTx" presStyleIdx="8" presStyleCnt="13"/>
      <dgm:spPr/>
    </dgm:pt>
    <dgm:pt modelId="{C4E54C06-4911-4536-A8E1-9C032E75071E}" type="pres">
      <dgm:prSet presAssocID="{F9E174F0-6125-424C-99B6-5F6C730D01F5}" presName="vert1" presStyleCnt="0"/>
      <dgm:spPr/>
    </dgm:pt>
    <dgm:pt modelId="{C05C788A-BFEA-4CD2-A480-9905CCB3DCA6}" type="pres">
      <dgm:prSet presAssocID="{CAA1FA51-50E9-4AE8-BD00-2EBF12633E5C}" presName="thickLine" presStyleLbl="alignNode1" presStyleIdx="9" presStyleCnt="13"/>
      <dgm:spPr/>
    </dgm:pt>
    <dgm:pt modelId="{0AE6BC90-28DD-4215-BD8F-31F4ACE3C09A}" type="pres">
      <dgm:prSet presAssocID="{CAA1FA51-50E9-4AE8-BD00-2EBF12633E5C}" presName="horz1" presStyleCnt="0"/>
      <dgm:spPr/>
    </dgm:pt>
    <dgm:pt modelId="{6ED5352F-C569-4055-A64B-E69A3D29B174}" type="pres">
      <dgm:prSet presAssocID="{CAA1FA51-50E9-4AE8-BD00-2EBF12633E5C}" presName="tx1" presStyleLbl="revTx" presStyleIdx="9" presStyleCnt="13"/>
      <dgm:spPr/>
    </dgm:pt>
    <dgm:pt modelId="{CD2782B4-19B1-4095-8C1E-5156215622DA}" type="pres">
      <dgm:prSet presAssocID="{CAA1FA51-50E9-4AE8-BD00-2EBF12633E5C}" presName="vert1" presStyleCnt="0"/>
      <dgm:spPr/>
    </dgm:pt>
    <dgm:pt modelId="{1A1E9D26-CE3F-4EE2-95B2-1515664DB0DE}" type="pres">
      <dgm:prSet presAssocID="{465AC113-EBB1-4B2C-9619-FEC100229537}" presName="thickLine" presStyleLbl="alignNode1" presStyleIdx="10" presStyleCnt="13"/>
      <dgm:spPr/>
    </dgm:pt>
    <dgm:pt modelId="{C5E49723-7674-466B-B165-9562A83D58A8}" type="pres">
      <dgm:prSet presAssocID="{465AC113-EBB1-4B2C-9619-FEC100229537}" presName="horz1" presStyleCnt="0"/>
      <dgm:spPr/>
    </dgm:pt>
    <dgm:pt modelId="{4DCB2507-E9D8-4437-BBA8-B078007A504D}" type="pres">
      <dgm:prSet presAssocID="{465AC113-EBB1-4B2C-9619-FEC100229537}" presName="tx1" presStyleLbl="revTx" presStyleIdx="10" presStyleCnt="13"/>
      <dgm:spPr/>
    </dgm:pt>
    <dgm:pt modelId="{FBF8BC93-C783-44CC-BCE0-A648FB46055A}" type="pres">
      <dgm:prSet presAssocID="{465AC113-EBB1-4B2C-9619-FEC100229537}" presName="vert1" presStyleCnt="0"/>
      <dgm:spPr/>
    </dgm:pt>
    <dgm:pt modelId="{060F116B-58B2-46E6-94F1-DF3157B76049}" type="pres">
      <dgm:prSet presAssocID="{24763332-2C35-4D3E-9DEC-F5EC8110A564}" presName="thickLine" presStyleLbl="alignNode1" presStyleIdx="11" presStyleCnt="13"/>
      <dgm:spPr/>
    </dgm:pt>
    <dgm:pt modelId="{E4F3905D-D7FA-430D-B257-B87616DB8441}" type="pres">
      <dgm:prSet presAssocID="{24763332-2C35-4D3E-9DEC-F5EC8110A564}" presName="horz1" presStyleCnt="0"/>
      <dgm:spPr/>
    </dgm:pt>
    <dgm:pt modelId="{384C2EED-1D3D-4064-BD97-749EE483FDDA}" type="pres">
      <dgm:prSet presAssocID="{24763332-2C35-4D3E-9DEC-F5EC8110A564}" presName="tx1" presStyleLbl="revTx" presStyleIdx="11" presStyleCnt="13"/>
      <dgm:spPr/>
    </dgm:pt>
    <dgm:pt modelId="{871CDFD0-04CF-4B8A-9AC4-8E6E21CCFAF9}" type="pres">
      <dgm:prSet presAssocID="{24763332-2C35-4D3E-9DEC-F5EC8110A564}" presName="vert1" presStyleCnt="0"/>
      <dgm:spPr/>
    </dgm:pt>
    <dgm:pt modelId="{17DFBC3D-E8B3-49F3-8DE8-D433E862CD21}" type="pres">
      <dgm:prSet presAssocID="{4BB1EF29-CB63-4024-9962-2E55039F23C4}" presName="thickLine" presStyleLbl="alignNode1" presStyleIdx="12" presStyleCnt="13"/>
      <dgm:spPr/>
    </dgm:pt>
    <dgm:pt modelId="{AF90E7E0-04A6-46EC-B65E-FE588341E521}" type="pres">
      <dgm:prSet presAssocID="{4BB1EF29-CB63-4024-9962-2E55039F23C4}" presName="horz1" presStyleCnt="0"/>
      <dgm:spPr/>
    </dgm:pt>
    <dgm:pt modelId="{B379A0E9-7D9A-4107-8C43-7009795D0C7C}" type="pres">
      <dgm:prSet presAssocID="{4BB1EF29-CB63-4024-9962-2E55039F23C4}" presName="tx1" presStyleLbl="revTx" presStyleIdx="12" presStyleCnt="13"/>
      <dgm:spPr/>
    </dgm:pt>
    <dgm:pt modelId="{41EB59FA-FB5E-4DA7-BEEC-7EBA086C501C}" type="pres">
      <dgm:prSet presAssocID="{4BB1EF29-CB63-4024-9962-2E55039F23C4}" presName="vert1" presStyleCnt="0"/>
      <dgm:spPr/>
    </dgm:pt>
  </dgm:ptLst>
  <dgm:cxnLst>
    <dgm:cxn modelId="{62552005-A47E-467C-8980-7A44B3C75D5E}" type="presOf" srcId="{F9E174F0-6125-424C-99B6-5F6C730D01F5}" destId="{0CC98D31-AEF2-45AF-BE82-D898634EAFEF}" srcOrd="0" destOrd="0" presId="urn:microsoft.com/office/officeart/2008/layout/LinedList"/>
    <dgm:cxn modelId="{741C8A08-3C3A-4700-80E1-90B70D62E450}" type="presOf" srcId="{24763332-2C35-4D3E-9DEC-F5EC8110A564}" destId="{384C2EED-1D3D-4064-BD97-749EE483FDDA}" srcOrd="0" destOrd="0" presId="urn:microsoft.com/office/officeart/2008/layout/LinedList"/>
    <dgm:cxn modelId="{52569317-7B60-40EE-B92B-C1976D102E9D}" srcId="{78E25859-96D4-4B8C-831E-3C3728B42AED}" destId="{24763332-2C35-4D3E-9DEC-F5EC8110A564}" srcOrd="11" destOrd="0" parTransId="{49A06FC4-D947-4640-8341-6B8EC8788531}" sibTransId="{AE3356C8-8D95-485B-904B-F4264555ADCC}"/>
    <dgm:cxn modelId="{F7593B18-5896-4EDA-86D0-EA7D8FF9333E}" type="presOf" srcId="{78E25859-96D4-4B8C-831E-3C3728B42AED}" destId="{F1D60106-B0EF-4A46-9D55-D7784BE8724B}" srcOrd="0" destOrd="0" presId="urn:microsoft.com/office/officeart/2008/layout/LinedList"/>
    <dgm:cxn modelId="{6107E61C-A95C-4838-BB4B-AC2ABE079EF8}" type="presOf" srcId="{B63C7267-C4B0-4CF3-B57B-AF6DEBB05C56}" destId="{D374DB72-EA6C-4C3F-82F2-8E2887C2CF9D}" srcOrd="0" destOrd="0" presId="urn:microsoft.com/office/officeart/2008/layout/LinedList"/>
    <dgm:cxn modelId="{740E4421-10A5-4C2F-B46A-EDD63FAE5D82}" type="presOf" srcId="{692570D4-6635-4C4B-B6A0-CC206EFAF2C7}" destId="{B689B703-8530-4700-9A8C-4DE677920E7F}" srcOrd="0" destOrd="0" presId="urn:microsoft.com/office/officeart/2008/layout/LinedList"/>
    <dgm:cxn modelId="{308C4324-C772-4F27-AE55-4CB58E610C19}" type="presOf" srcId="{4BB1EF29-CB63-4024-9962-2E55039F23C4}" destId="{B379A0E9-7D9A-4107-8C43-7009795D0C7C}" srcOrd="0" destOrd="0" presId="urn:microsoft.com/office/officeart/2008/layout/LinedList"/>
    <dgm:cxn modelId="{511D9E36-8F3E-4A09-A840-151C372CD96D}" type="presOf" srcId="{B389F9AD-F690-4ADA-98D5-A7B6C2B9126E}" destId="{CD22434D-5224-4724-8617-989CD5077B62}" srcOrd="0" destOrd="0" presId="urn:microsoft.com/office/officeart/2008/layout/LinedList"/>
    <dgm:cxn modelId="{41D3A13C-460B-4EFE-AC3F-006C81B5BA61}" type="presOf" srcId="{71F0C594-C9ED-494D-B3BE-DCE3B36A6B15}" destId="{EBD082C3-0B9F-42FA-84BC-129E06D266D0}" srcOrd="0" destOrd="0" presId="urn:microsoft.com/office/officeart/2008/layout/LinedList"/>
    <dgm:cxn modelId="{3B825247-C58B-4DAD-ABD2-631E6DD3942A}" srcId="{78E25859-96D4-4B8C-831E-3C3728B42AED}" destId="{B63C7267-C4B0-4CF3-B57B-AF6DEBB05C56}" srcOrd="1" destOrd="0" parTransId="{92A9CA25-15E5-4A9C-B9F7-8FD641DB6F29}" sibTransId="{D443B9BC-D2D7-4D2F-9CF8-D960552F0F3E}"/>
    <dgm:cxn modelId="{FF93BB6D-D265-46F0-BDAE-7D09A338F2F5}" type="presOf" srcId="{FE899571-CC26-4595-ADB9-788040721DBA}" destId="{1858CB13-3EA6-4848-96CD-851E9F0FF567}" srcOrd="0" destOrd="0" presId="urn:microsoft.com/office/officeart/2008/layout/LinedList"/>
    <dgm:cxn modelId="{EC234C58-6EC8-486C-B81C-43E0A94E0C0C}" type="presOf" srcId="{CAA1FA51-50E9-4AE8-BD00-2EBF12633E5C}" destId="{6ED5352F-C569-4055-A64B-E69A3D29B174}" srcOrd="0" destOrd="0" presId="urn:microsoft.com/office/officeart/2008/layout/LinedList"/>
    <dgm:cxn modelId="{F3521C79-5E8D-4FD8-9A40-B38D54E2782E}" type="presOf" srcId="{A5C5305B-F37B-4041-9EB1-C6D9D586FA05}" destId="{0E029E23-9C0C-4906-A84A-89A6A63273A1}" srcOrd="0" destOrd="0" presId="urn:microsoft.com/office/officeart/2008/layout/LinedList"/>
    <dgm:cxn modelId="{0169B559-FFA3-4D18-B302-52EF87212EFF}" type="presOf" srcId="{465AC113-EBB1-4B2C-9619-FEC100229537}" destId="{4DCB2507-E9D8-4437-BBA8-B078007A504D}" srcOrd="0" destOrd="0" presId="urn:microsoft.com/office/officeart/2008/layout/LinedList"/>
    <dgm:cxn modelId="{FA5D377F-F5DF-4680-8AD6-D3EB8C8F0856}" srcId="{78E25859-96D4-4B8C-831E-3C3728B42AED}" destId="{71F0C594-C9ED-494D-B3BE-DCE3B36A6B15}" srcOrd="4" destOrd="0" parTransId="{035F48B6-C639-49D8-97A3-EBCECF1B7E5A}" sibTransId="{20CB9464-4664-4118-980E-E9FE6E9691E9}"/>
    <dgm:cxn modelId="{F8F2B77F-C570-436D-88ED-0A76C860898F}" srcId="{78E25859-96D4-4B8C-831E-3C3728B42AED}" destId="{B389F9AD-F690-4ADA-98D5-A7B6C2B9126E}" srcOrd="6" destOrd="0" parTransId="{B3A105AC-7A36-49F6-8134-9914F53C275A}" sibTransId="{E95DBDDA-1567-4EBC-94E1-69E6A3B342EE}"/>
    <dgm:cxn modelId="{7EE50B8D-DE4F-48F2-B9EE-9230EDD23143}" srcId="{78E25859-96D4-4B8C-831E-3C3728B42AED}" destId="{A5C5305B-F37B-4041-9EB1-C6D9D586FA05}" srcOrd="3" destOrd="0" parTransId="{B1637B38-489A-4BC8-A009-F0C0C4B69546}" sibTransId="{F83D941C-8E60-4DEA-9176-9E3DC4A6214F}"/>
    <dgm:cxn modelId="{D3E6A0AC-854A-46F5-B14D-E67F90D0B960}" type="presOf" srcId="{C92F85CF-6978-4B6A-8625-B340C91FDF27}" destId="{3E264464-4A9D-4454-92CB-55A3EE75BC6A}" srcOrd="0" destOrd="0" presId="urn:microsoft.com/office/officeart/2008/layout/LinedList"/>
    <dgm:cxn modelId="{39E3F7C3-3A3D-47F3-8AC8-C5377F0A0027}" srcId="{78E25859-96D4-4B8C-831E-3C3728B42AED}" destId="{1A4010B5-9A85-4A91-A5EA-22DB53B0E1F1}" srcOrd="0" destOrd="0" parTransId="{DD71B874-19C7-479B-9664-1170F8A8AA18}" sibTransId="{5476949D-DFA2-453F-BD34-663FC445981E}"/>
    <dgm:cxn modelId="{2D2440C9-4D86-4EAC-B029-44FD8A03C745}" srcId="{78E25859-96D4-4B8C-831E-3C3728B42AED}" destId="{CAA1FA51-50E9-4AE8-BD00-2EBF12633E5C}" srcOrd="9" destOrd="0" parTransId="{04FB59BE-AA26-4F7B-9B68-6379A4DB47DC}" sibTransId="{C36B62B3-7D97-43A5-A77E-30D66C1293F3}"/>
    <dgm:cxn modelId="{8BEE7ED3-07A9-4454-9248-865F7B93A855}" srcId="{78E25859-96D4-4B8C-831E-3C3728B42AED}" destId="{465AC113-EBB1-4B2C-9619-FEC100229537}" srcOrd="10" destOrd="0" parTransId="{CEB9A59A-5592-4322-9444-998855859A3B}" sibTransId="{FF70152C-6A38-4DCE-AC6B-850871038AA0}"/>
    <dgm:cxn modelId="{7BB92CD6-041A-4878-AF88-A3962CC218CC}" srcId="{78E25859-96D4-4B8C-831E-3C3728B42AED}" destId="{FE899571-CC26-4595-ADB9-788040721DBA}" srcOrd="2" destOrd="0" parTransId="{E87BAC48-7DCF-418D-8AD3-9DB71454ACEF}" sibTransId="{1F97D35A-B79D-4233-B48F-BE81CED0BAA6}"/>
    <dgm:cxn modelId="{85A237D6-CE66-4463-84BC-7FCABD098B6B}" srcId="{78E25859-96D4-4B8C-831E-3C3728B42AED}" destId="{692570D4-6635-4C4B-B6A0-CC206EFAF2C7}" srcOrd="7" destOrd="0" parTransId="{F555AC17-5EC6-4D11-BC7E-367554B75275}" sibTransId="{09741C51-B2B3-460D-8789-E5BA13438381}"/>
    <dgm:cxn modelId="{EA137CDB-D231-4776-B989-DC6E5AFD3EAE}" srcId="{78E25859-96D4-4B8C-831E-3C3728B42AED}" destId="{4BB1EF29-CB63-4024-9962-2E55039F23C4}" srcOrd="12" destOrd="0" parTransId="{800B51F2-8A58-4C48-A8FF-AA5E8429F2CA}" sibTransId="{75C293BB-3E22-49F9-8635-3F25E003DA16}"/>
    <dgm:cxn modelId="{BECEC8E5-4707-4DDB-81AE-63F1F4F30E2E}" srcId="{78E25859-96D4-4B8C-831E-3C3728B42AED}" destId="{F9E174F0-6125-424C-99B6-5F6C730D01F5}" srcOrd="8" destOrd="0" parTransId="{B1DE59F2-E582-4ED5-B0E1-AD81FE9831F8}" sibTransId="{9BA95183-FDC1-4081-97D1-7743D35E87FF}"/>
    <dgm:cxn modelId="{1BA3B7F6-19FE-4E29-B75B-D0B62891D912}" type="presOf" srcId="{1A4010B5-9A85-4A91-A5EA-22DB53B0E1F1}" destId="{67E0F47A-38AB-4592-AC32-BB9BCC8DC260}" srcOrd="0" destOrd="0" presId="urn:microsoft.com/office/officeart/2008/layout/LinedList"/>
    <dgm:cxn modelId="{71CBF2FE-32DD-4A4F-BE9E-667CDE7BDD2D}" srcId="{78E25859-96D4-4B8C-831E-3C3728B42AED}" destId="{C92F85CF-6978-4B6A-8625-B340C91FDF27}" srcOrd="5" destOrd="0" parTransId="{EE2C6E73-3AFA-4C06-A10D-B0224E3B6414}" sibTransId="{4B080C1F-D7F1-48EF-98B0-2E0970E2E6B3}"/>
    <dgm:cxn modelId="{785295BE-70F2-46BF-A98C-3F81670A7A56}" type="presParOf" srcId="{F1D60106-B0EF-4A46-9D55-D7784BE8724B}" destId="{4215267D-1C28-467E-9857-3F98EEFD15D7}" srcOrd="0" destOrd="0" presId="urn:microsoft.com/office/officeart/2008/layout/LinedList"/>
    <dgm:cxn modelId="{5739E36F-916B-4785-A349-07C3FC8A813F}" type="presParOf" srcId="{F1D60106-B0EF-4A46-9D55-D7784BE8724B}" destId="{8996782C-7B8C-4AA9-8A69-F5A701BA2EEC}" srcOrd="1" destOrd="0" presId="urn:microsoft.com/office/officeart/2008/layout/LinedList"/>
    <dgm:cxn modelId="{9C003C69-74C1-4C08-AF1E-546DB4DBDD16}" type="presParOf" srcId="{8996782C-7B8C-4AA9-8A69-F5A701BA2EEC}" destId="{67E0F47A-38AB-4592-AC32-BB9BCC8DC260}" srcOrd="0" destOrd="0" presId="urn:microsoft.com/office/officeart/2008/layout/LinedList"/>
    <dgm:cxn modelId="{14372B0E-85E4-4586-BBD5-E4F5573DD1BE}" type="presParOf" srcId="{8996782C-7B8C-4AA9-8A69-F5A701BA2EEC}" destId="{E29BC2FF-57AA-426C-BD64-1C89F5A12E50}" srcOrd="1" destOrd="0" presId="urn:microsoft.com/office/officeart/2008/layout/LinedList"/>
    <dgm:cxn modelId="{3DF88FB3-631B-4B79-8239-84EF03F70C23}" type="presParOf" srcId="{F1D60106-B0EF-4A46-9D55-D7784BE8724B}" destId="{F3EC6BBC-56F1-4137-A4B1-1541BC1D7F54}" srcOrd="2" destOrd="0" presId="urn:microsoft.com/office/officeart/2008/layout/LinedList"/>
    <dgm:cxn modelId="{F47E78DE-323C-4141-8B08-A87CA3FDAD4D}" type="presParOf" srcId="{F1D60106-B0EF-4A46-9D55-D7784BE8724B}" destId="{A6E014B9-F10B-4BEA-920F-4D7A4831DE05}" srcOrd="3" destOrd="0" presId="urn:microsoft.com/office/officeart/2008/layout/LinedList"/>
    <dgm:cxn modelId="{D0B643CA-1EB5-453F-B4DA-DE8DC938FB9F}" type="presParOf" srcId="{A6E014B9-F10B-4BEA-920F-4D7A4831DE05}" destId="{D374DB72-EA6C-4C3F-82F2-8E2887C2CF9D}" srcOrd="0" destOrd="0" presId="urn:microsoft.com/office/officeart/2008/layout/LinedList"/>
    <dgm:cxn modelId="{A79A9143-E702-4C96-B489-85E417CF5435}" type="presParOf" srcId="{A6E014B9-F10B-4BEA-920F-4D7A4831DE05}" destId="{E46D5D76-5090-4585-8950-FFC375A845E3}" srcOrd="1" destOrd="0" presId="urn:microsoft.com/office/officeart/2008/layout/LinedList"/>
    <dgm:cxn modelId="{DC533D97-9CBE-4DD6-9215-F96895A4FAAD}" type="presParOf" srcId="{F1D60106-B0EF-4A46-9D55-D7784BE8724B}" destId="{984A2257-C549-4A92-9AE0-62686233104F}" srcOrd="4" destOrd="0" presId="urn:microsoft.com/office/officeart/2008/layout/LinedList"/>
    <dgm:cxn modelId="{8F0D0DE6-A3CD-450E-9270-DD271219E3B2}" type="presParOf" srcId="{F1D60106-B0EF-4A46-9D55-D7784BE8724B}" destId="{DD418F1D-346A-48CC-B0AA-1750FDAA68AF}" srcOrd="5" destOrd="0" presId="urn:microsoft.com/office/officeart/2008/layout/LinedList"/>
    <dgm:cxn modelId="{FE36A78C-A00E-4591-B856-5C4BBB314F43}" type="presParOf" srcId="{DD418F1D-346A-48CC-B0AA-1750FDAA68AF}" destId="{1858CB13-3EA6-4848-96CD-851E9F0FF567}" srcOrd="0" destOrd="0" presId="urn:microsoft.com/office/officeart/2008/layout/LinedList"/>
    <dgm:cxn modelId="{724E5356-ABA3-43CA-ADE6-628B8F946E7B}" type="presParOf" srcId="{DD418F1D-346A-48CC-B0AA-1750FDAA68AF}" destId="{D8B6BFAB-5F68-4DE9-8D24-A9D23775CFBA}" srcOrd="1" destOrd="0" presId="urn:microsoft.com/office/officeart/2008/layout/LinedList"/>
    <dgm:cxn modelId="{77DCE231-7C1E-4DE5-A4EC-A8560050DBE1}" type="presParOf" srcId="{F1D60106-B0EF-4A46-9D55-D7784BE8724B}" destId="{1295DA3D-F440-4DC1-84A5-D9D407B0ABA6}" srcOrd="6" destOrd="0" presId="urn:microsoft.com/office/officeart/2008/layout/LinedList"/>
    <dgm:cxn modelId="{07BBC3B0-48F5-43E0-B6B1-EF6B70BC6F40}" type="presParOf" srcId="{F1D60106-B0EF-4A46-9D55-D7784BE8724B}" destId="{9D171C40-7E8F-43E0-A75B-01B2505EA7CF}" srcOrd="7" destOrd="0" presId="urn:microsoft.com/office/officeart/2008/layout/LinedList"/>
    <dgm:cxn modelId="{850A35D9-EFC0-46F1-B8B3-FD64516DAA2E}" type="presParOf" srcId="{9D171C40-7E8F-43E0-A75B-01B2505EA7CF}" destId="{0E029E23-9C0C-4906-A84A-89A6A63273A1}" srcOrd="0" destOrd="0" presId="urn:microsoft.com/office/officeart/2008/layout/LinedList"/>
    <dgm:cxn modelId="{F0D33A68-6BD0-427E-971D-397B9336FA3B}" type="presParOf" srcId="{9D171C40-7E8F-43E0-A75B-01B2505EA7CF}" destId="{FE7E93FE-6754-47C5-961E-E389C8B6DCD5}" srcOrd="1" destOrd="0" presId="urn:microsoft.com/office/officeart/2008/layout/LinedList"/>
    <dgm:cxn modelId="{9044CA95-C2CC-463F-A727-177A7E000323}" type="presParOf" srcId="{F1D60106-B0EF-4A46-9D55-D7784BE8724B}" destId="{D0597DBB-492E-499B-8A02-3981EC33E343}" srcOrd="8" destOrd="0" presId="urn:microsoft.com/office/officeart/2008/layout/LinedList"/>
    <dgm:cxn modelId="{149DDB54-EEE0-43DF-9114-AA89CAE63463}" type="presParOf" srcId="{F1D60106-B0EF-4A46-9D55-D7784BE8724B}" destId="{4C1DE329-300C-426C-97E0-303193ADA0B1}" srcOrd="9" destOrd="0" presId="urn:microsoft.com/office/officeart/2008/layout/LinedList"/>
    <dgm:cxn modelId="{7F4D299E-FCBA-4575-95AC-715EFBB14AC4}" type="presParOf" srcId="{4C1DE329-300C-426C-97E0-303193ADA0B1}" destId="{EBD082C3-0B9F-42FA-84BC-129E06D266D0}" srcOrd="0" destOrd="0" presId="urn:microsoft.com/office/officeart/2008/layout/LinedList"/>
    <dgm:cxn modelId="{7828FBE0-8A9B-4E23-959C-42D2740A2DF8}" type="presParOf" srcId="{4C1DE329-300C-426C-97E0-303193ADA0B1}" destId="{BF0088ED-06A3-4136-ADB8-86A0BDFA0858}" srcOrd="1" destOrd="0" presId="urn:microsoft.com/office/officeart/2008/layout/LinedList"/>
    <dgm:cxn modelId="{196FB33F-5511-412C-A20D-530D3883780C}" type="presParOf" srcId="{F1D60106-B0EF-4A46-9D55-D7784BE8724B}" destId="{806DD006-9BA8-441B-AE51-180D9E52E443}" srcOrd="10" destOrd="0" presId="urn:microsoft.com/office/officeart/2008/layout/LinedList"/>
    <dgm:cxn modelId="{7E1FEA13-3F10-4DA4-8C12-E40DC50437C8}" type="presParOf" srcId="{F1D60106-B0EF-4A46-9D55-D7784BE8724B}" destId="{2B3B3FD3-1379-42CE-91D2-73A85CFD2B6F}" srcOrd="11" destOrd="0" presId="urn:microsoft.com/office/officeart/2008/layout/LinedList"/>
    <dgm:cxn modelId="{5CE9ED24-29A7-4892-9956-69520278F767}" type="presParOf" srcId="{2B3B3FD3-1379-42CE-91D2-73A85CFD2B6F}" destId="{3E264464-4A9D-4454-92CB-55A3EE75BC6A}" srcOrd="0" destOrd="0" presId="urn:microsoft.com/office/officeart/2008/layout/LinedList"/>
    <dgm:cxn modelId="{4E1AF790-A7AD-4C25-9A15-FDFEE996186D}" type="presParOf" srcId="{2B3B3FD3-1379-42CE-91D2-73A85CFD2B6F}" destId="{B405E29D-DC23-4E5F-8C8F-592070ABDCCA}" srcOrd="1" destOrd="0" presId="urn:microsoft.com/office/officeart/2008/layout/LinedList"/>
    <dgm:cxn modelId="{3FBF44FC-6606-4BE9-A4B7-009BB8206793}" type="presParOf" srcId="{F1D60106-B0EF-4A46-9D55-D7784BE8724B}" destId="{73EB4457-00FE-4334-8771-76F73D2C9DF8}" srcOrd="12" destOrd="0" presId="urn:microsoft.com/office/officeart/2008/layout/LinedList"/>
    <dgm:cxn modelId="{B4547066-10D2-4AB9-9163-69066EF95E82}" type="presParOf" srcId="{F1D60106-B0EF-4A46-9D55-D7784BE8724B}" destId="{59C5A9D2-5210-4179-84C4-F5A5E261549B}" srcOrd="13" destOrd="0" presId="urn:microsoft.com/office/officeart/2008/layout/LinedList"/>
    <dgm:cxn modelId="{7961B63F-83F4-4E3C-933F-6AEEA73DDBCC}" type="presParOf" srcId="{59C5A9D2-5210-4179-84C4-F5A5E261549B}" destId="{CD22434D-5224-4724-8617-989CD5077B62}" srcOrd="0" destOrd="0" presId="urn:microsoft.com/office/officeart/2008/layout/LinedList"/>
    <dgm:cxn modelId="{A8FAE31F-EE1D-4D47-93FE-8BBCC966F77C}" type="presParOf" srcId="{59C5A9D2-5210-4179-84C4-F5A5E261549B}" destId="{E7A477D4-35EB-4E56-A82F-066445B5C0CB}" srcOrd="1" destOrd="0" presId="urn:microsoft.com/office/officeart/2008/layout/LinedList"/>
    <dgm:cxn modelId="{707A7D6F-4AB3-41F0-9715-7A5EA355413B}" type="presParOf" srcId="{F1D60106-B0EF-4A46-9D55-D7784BE8724B}" destId="{FD9204F1-C5DB-4CEA-B698-27DE22C6DF2A}" srcOrd="14" destOrd="0" presId="urn:microsoft.com/office/officeart/2008/layout/LinedList"/>
    <dgm:cxn modelId="{2E663DCE-92DE-461B-B9E2-4AE77DF92E36}" type="presParOf" srcId="{F1D60106-B0EF-4A46-9D55-D7784BE8724B}" destId="{A28A002B-71F7-4BC3-AB8C-96D85F5FD3CD}" srcOrd="15" destOrd="0" presId="urn:microsoft.com/office/officeart/2008/layout/LinedList"/>
    <dgm:cxn modelId="{FF57E4AC-74F2-49B2-B8F0-DED863C9ABA8}" type="presParOf" srcId="{A28A002B-71F7-4BC3-AB8C-96D85F5FD3CD}" destId="{B689B703-8530-4700-9A8C-4DE677920E7F}" srcOrd="0" destOrd="0" presId="urn:microsoft.com/office/officeart/2008/layout/LinedList"/>
    <dgm:cxn modelId="{5C312E0D-3F9D-4AB2-9921-148F37FF36DF}" type="presParOf" srcId="{A28A002B-71F7-4BC3-AB8C-96D85F5FD3CD}" destId="{E83BD135-C7BA-4905-A62A-F36F1193438F}" srcOrd="1" destOrd="0" presId="urn:microsoft.com/office/officeart/2008/layout/LinedList"/>
    <dgm:cxn modelId="{B4ACB3D4-972B-4764-B16C-08E771364324}" type="presParOf" srcId="{F1D60106-B0EF-4A46-9D55-D7784BE8724B}" destId="{DC89D7F3-6DC5-43D9-8877-71191058D50D}" srcOrd="16" destOrd="0" presId="urn:microsoft.com/office/officeart/2008/layout/LinedList"/>
    <dgm:cxn modelId="{3F487FFC-289F-4CCD-8965-FDB5349C525A}" type="presParOf" srcId="{F1D60106-B0EF-4A46-9D55-D7784BE8724B}" destId="{35CB959F-7370-4B45-AD18-DBE6C318B077}" srcOrd="17" destOrd="0" presId="urn:microsoft.com/office/officeart/2008/layout/LinedList"/>
    <dgm:cxn modelId="{35598075-A475-47BF-A0C7-21448CEDBACF}" type="presParOf" srcId="{35CB959F-7370-4B45-AD18-DBE6C318B077}" destId="{0CC98D31-AEF2-45AF-BE82-D898634EAFEF}" srcOrd="0" destOrd="0" presId="urn:microsoft.com/office/officeart/2008/layout/LinedList"/>
    <dgm:cxn modelId="{41C29E81-A32E-493D-A551-A3C53605DF8A}" type="presParOf" srcId="{35CB959F-7370-4B45-AD18-DBE6C318B077}" destId="{C4E54C06-4911-4536-A8E1-9C032E75071E}" srcOrd="1" destOrd="0" presId="urn:microsoft.com/office/officeart/2008/layout/LinedList"/>
    <dgm:cxn modelId="{A01E5211-81B8-4478-A2E9-BBBF81D9DA2D}" type="presParOf" srcId="{F1D60106-B0EF-4A46-9D55-D7784BE8724B}" destId="{C05C788A-BFEA-4CD2-A480-9905CCB3DCA6}" srcOrd="18" destOrd="0" presId="urn:microsoft.com/office/officeart/2008/layout/LinedList"/>
    <dgm:cxn modelId="{4EE94BD1-EC05-4EDD-8117-796A2CBB020A}" type="presParOf" srcId="{F1D60106-B0EF-4A46-9D55-D7784BE8724B}" destId="{0AE6BC90-28DD-4215-BD8F-31F4ACE3C09A}" srcOrd="19" destOrd="0" presId="urn:microsoft.com/office/officeart/2008/layout/LinedList"/>
    <dgm:cxn modelId="{F2F45ECF-AD87-4724-8870-25222D96A9F6}" type="presParOf" srcId="{0AE6BC90-28DD-4215-BD8F-31F4ACE3C09A}" destId="{6ED5352F-C569-4055-A64B-E69A3D29B174}" srcOrd="0" destOrd="0" presId="urn:microsoft.com/office/officeart/2008/layout/LinedList"/>
    <dgm:cxn modelId="{C9AE1610-E681-4C02-B9E0-11B4B6A2E0F5}" type="presParOf" srcId="{0AE6BC90-28DD-4215-BD8F-31F4ACE3C09A}" destId="{CD2782B4-19B1-4095-8C1E-5156215622DA}" srcOrd="1" destOrd="0" presId="urn:microsoft.com/office/officeart/2008/layout/LinedList"/>
    <dgm:cxn modelId="{6C720ED6-3966-4792-978B-62CA5ABA4C15}" type="presParOf" srcId="{F1D60106-B0EF-4A46-9D55-D7784BE8724B}" destId="{1A1E9D26-CE3F-4EE2-95B2-1515664DB0DE}" srcOrd="20" destOrd="0" presId="urn:microsoft.com/office/officeart/2008/layout/LinedList"/>
    <dgm:cxn modelId="{29D53A92-45D3-400C-B4AA-D44D1B7C8FAA}" type="presParOf" srcId="{F1D60106-B0EF-4A46-9D55-D7784BE8724B}" destId="{C5E49723-7674-466B-B165-9562A83D58A8}" srcOrd="21" destOrd="0" presId="urn:microsoft.com/office/officeart/2008/layout/LinedList"/>
    <dgm:cxn modelId="{E4AD0C34-4D73-4A00-B2EF-E7F30A92E430}" type="presParOf" srcId="{C5E49723-7674-466B-B165-9562A83D58A8}" destId="{4DCB2507-E9D8-4437-BBA8-B078007A504D}" srcOrd="0" destOrd="0" presId="urn:microsoft.com/office/officeart/2008/layout/LinedList"/>
    <dgm:cxn modelId="{249E7DD0-FEA4-4296-89C6-BA38FEEB077C}" type="presParOf" srcId="{C5E49723-7674-466B-B165-9562A83D58A8}" destId="{FBF8BC93-C783-44CC-BCE0-A648FB46055A}" srcOrd="1" destOrd="0" presId="urn:microsoft.com/office/officeart/2008/layout/LinedList"/>
    <dgm:cxn modelId="{A2F099E4-84DA-4AFC-B33B-072033042BA4}" type="presParOf" srcId="{F1D60106-B0EF-4A46-9D55-D7784BE8724B}" destId="{060F116B-58B2-46E6-94F1-DF3157B76049}" srcOrd="22" destOrd="0" presId="urn:microsoft.com/office/officeart/2008/layout/LinedList"/>
    <dgm:cxn modelId="{F2752F21-F15B-4E16-8D85-471760B9AEBA}" type="presParOf" srcId="{F1D60106-B0EF-4A46-9D55-D7784BE8724B}" destId="{E4F3905D-D7FA-430D-B257-B87616DB8441}" srcOrd="23" destOrd="0" presId="urn:microsoft.com/office/officeart/2008/layout/LinedList"/>
    <dgm:cxn modelId="{A9EC9493-2941-42B9-A485-26E63D25C1AA}" type="presParOf" srcId="{E4F3905D-D7FA-430D-B257-B87616DB8441}" destId="{384C2EED-1D3D-4064-BD97-749EE483FDDA}" srcOrd="0" destOrd="0" presId="urn:microsoft.com/office/officeart/2008/layout/LinedList"/>
    <dgm:cxn modelId="{7E21F684-CDF0-4E3D-953F-7619DC563469}" type="presParOf" srcId="{E4F3905D-D7FA-430D-B257-B87616DB8441}" destId="{871CDFD0-04CF-4B8A-9AC4-8E6E21CCFAF9}" srcOrd="1" destOrd="0" presId="urn:microsoft.com/office/officeart/2008/layout/LinedList"/>
    <dgm:cxn modelId="{261366CC-4EC5-44DB-A2AE-0B8B5666B6B0}" type="presParOf" srcId="{F1D60106-B0EF-4A46-9D55-D7784BE8724B}" destId="{17DFBC3D-E8B3-49F3-8DE8-D433E862CD21}" srcOrd="24" destOrd="0" presId="urn:microsoft.com/office/officeart/2008/layout/LinedList"/>
    <dgm:cxn modelId="{B60C81EC-3628-4F3B-93A0-8C1BD18DDCA6}" type="presParOf" srcId="{F1D60106-B0EF-4A46-9D55-D7784BE8724B}" destId="{AF90E7E0-04A6-46EC-B65E-FE588341E521}" srcOrd="25" destOrd="0" presId="urn:microsoft.com/office/officeart/2008/layout/LinedList"/>
    <dgm:cxn modelId="{8ED799F1-9E51-43F2-96F3-81907731FCDB}" type="presParOf" srcId="{AF90E7E0-04A6-46EC-B65E-FE588341E521}" destId="{B379A0E9-7D9A-4107-8C43-7009795D0C7C}" srcOrd="0" destOrd="0" presId="urn:microsoft.com/office/officeart/2008/layout/LinedList"/>
    <dgm:cxn modelId="{DF777432-57CE-479D-8DA5-562C427F8683}" type="presParOf" srcId="{AF90E7E0-04A6-46EC-B65E-FE588341E521}" destId="{41EB59FA-FB5E-4DA7-BEEC-7EBA086C50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15267D-1C28-467E-9857-3F98EEFD15D7}">
      <dsp:nvSpPr>
        <dsp:cNvPr id="0" name=""/>
        <dsp:cNvSpPr/>
      </dsp:nvSpPr>
      <dsp:spPr>
        <a:xfrm>
          <a:off x="0" y="641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E0F47A-38AB-4592-AC32-BB9BCC8DC260}">
      <dsp:nvSpPr>
        <dsp:cNvPr id="0" name=""/>
        <dsp:cNvSpPr/>
      </dsp:nvSpPr>
      <dsp:spPr>
        <a:xfrm>
          <a:off x="0" y="0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latin typeface="Arial Narrow"/>
            </a:rPr>
            <a:t>Mónica</a:t>
          </a:r>
          <a:r>
            <a:rPr lang="es-MX" sz="1400" kern="1200" dirty="0"/>
            <a:t> Guadalupe Olivares Robles Gil</a:t>
          </a:r>
          <a:endParaRPr lang="en-US" sz="1400" kern="1200" dirty="0"/>
        </a:p>
      </dsp:txBody>
      <dsp:txXfrm>
        <a:off x="0" y="0"/>
        <a:ext cx="4391561" cy="404420"/>
      </dsp:txXfrm>
    </dsp:sp>
    <dsp:sp modelId="{F3EC6BBC-56F1-4137-A4B1-1541BC1D7F54}">
      <dsp:nvSpPr>
        <dsp:cNvPr id="0" name=""/>
        <dsp:cNvSpPr/>
      </dsp:nvSpPr>
      <dsp:spPr>
        <a:xfrm>
          <a:off x="0" y="405062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-56577"/>
                <a:satOff val="3606"/>
                <a:lumOff val="-241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6577"/>
                <a:satOff val="3606"/>
                <a:lumOff val="-241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56577"/>
              <a:satOff val="3606"/>
              <a:lumOff val="-241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74DB72-EA6C-4C3F-82F2-8E2887C2CF9D}">
      <dsp:nvSpPr>
        <dsp:cNvPr id="0" name=""/>
        <dsp:cNvSpPr/>
      </dsp:nvSpPr>
      <dsp:spPr>
        <a:xfrm>
          <a:off x="0" y="405062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 err="1"/>
            <a:t>Doctorante</a:t>
          </a:r>
          <a:r>
            <a:rPr lang="es-MX" sz="1400" kern="1200" dirty="0"/>
            <a:t> en Educación (UBC)</a:t>
          </a:r>
          <a:endParaRPr lang="en-US" sz="1400" kern="1200" dirty="0"/>
        </a:p>
      </dsp:txBody>
      <dsp:txXfrm>
        <a:off x="0" y="405062"/>
        <a:ext cx="4391561" cy="404420"/>
      </dsp:txXfrm>
    </dsp:sp>
    <dsp:sp modelId="{984A2257-C549-4A92-9AE0-62686233104F}">
      <dsp:nvSpPr>
        <dsp:cNvPr id="0" name=""/>
        <dsp:cNvSpPr/>
      </dsp:nvSpPr>
      <dsp:spPr>
        <a:xfrm>
          <a:off x="0" y="809483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-113154"/>
                <a:satOff val="7213"/>
                <a:lumOff val="-483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13154"/>
                <a:satOff val="7213"/>
                <a:lumOff val="-483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113154"/>
              <a:satOff val="7213"/>
              <a:lumOff val="-483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58CB13-3EA6-4848-96CD-851E9F0FF567}">
      <dsp:nvSpPr>
        <dsp:cNvPr id="0" name=""/>
        <dsp:cNvSpPr/>
      </dsp:nvSpPr>
      <dsp:spPr>
        <a:xfrm>
          <a:off x="0" y="809483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Maestra en Educación UNID</a:t>
          </a:r>
          <a:endParaRPr lang="en-US" sz="1400" kern="1200" dirty="0"/>
        </a:p>
      </dsp:txBody>
      <dsp:txXfrm>
        <a:off x="0" y="809483"/>
        <a:ext cx="4391561" cy="404420"/>
      </dsp:txXfrm>
    </dsp:sp>
    <dsp:sp modelId="{1295DA3D-F440-4DC1-84A5-D9D407B0ABA6}">
      <dsp:nvSpPr>
        <dsp:cNvPr id="0" name=""/>
        <dsp:cNvSpPr/>
      </dsp:nvSpPr>
      <dsp:spPr>
        <a:xfrm>
          <a:off x="0" y="1213904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-169732"/>
                <a:satOff val="10819"/>
                <a:lumOff val="-725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69732"/>
                <a:satOff val="10819"/>
                <a:lumOff val="-725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169732"/>
              <a:satOff val="10819"/>
              <a:lumOff val="-725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029E23-9C0C-4906-A84A-89A6A63273A1}">
      <dsp:nvSpPr>
        <dsp:cNvPr id="0" name=""/>
        <dsp:cNvSpPr/>
      </dsp:nvSpPr>
      <dsp:spPr>
        <a:xfrm>
          <a:off x="0" y="1213904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Ingeniera en computación UNAM</a:t>
          </a:r>
          <a:endParaRPr lang="en-US" sz="1400" kern="1200" dirty="0"/>
        </a:p>
      </dsp:txBody>
      <dsp:txXfrm>
        <a:off x="0" y="1213904"/>
        <a:ext cx="4391561" cy="404420"/>
      </dsp:txXfrm>
    </dsp:sp>
    <dsp:sp modelId="{D0597DBB-492E-499B-8A02-3981EC33E343}">
      <dsp:nvSpPr>
        <dsp:cNvPr id="0" name=""/>
        <dsp:cNvSpPr/>
      </dsp:nvSpPr>
      <dsp:spPr>
        <a:xfrm>
          <a:off x="0" y="1618325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-226309"/>
                <a:satOff val="14425"/>
                <a:lumOff val="-967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26309"/>
                <a:satOff val="14425"/>
                <a:lumOff val="-967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226309"/>
              <a:satOff val="14425"/>
              <a:lumOff val="-967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D082C3-0B9F-42FA-84BC-129E06D266D0}">
      <dsp:nvSpPr>
        <dsp:cNvPr id="0" name=""/>
        <dsp:cNvSpPr/>
      </dsp:nvSpPr>
      <dsp:spPr>
        <a:xfrm>
          <a:off x="0" y="1618325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latin typeface="Arial Narrow"/>
            </a:rPr>
            <a:t>2024 </a:t>
          </a:r>
          <a:r>
            <a:rPr lang="es-MX" sz="1400" kern="1200" dirty="0"/>
            <a:t>a la fecha URC</a:t>
          </a:r>
          <a:endParaRPr lang="en-US" sz="1400" kern="1200" dirty="0"/>
        </a:p>
      </dsp:txBody>
      <dsp:txXfrm>
        <a:off x="0" y="1618325"/>
        <a:ext cx="4391561" cy="404420"/>
      </dsp:txXfrm>
    </dsp:sp>
    <dsp:sp modelId="{806DD006-9BA8-441B-AE51-180D9E52E443}">
      <dsp:nvSpPr>
        <dsp:cNvPr id="0" name=""/>
        <dsp:cNvSpPr/>
      </dsp:nvSpPr>
      <dsp:spPr>
        <a:xfrm>
          <a:off x="0" y="2022746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-282886"/>
                <a:satOff val="18031"/>
                <a:lumOff val="-1209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82886"/>
                <a:satOff val="18031"/>
                <a:lumOff val="-1209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282886"/>
              <a:satOff val="18031"/>
              <a:lumOff val="-1209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264464-4A9D-4454-92CB-55A3EE75BC6A}">
      <dsp:nvSpPr>
        <dsp:cNvPr id="0" name=""/>
        <dsp:cNvSpPr/>
      </dsp:nvSpPr>
      <dsp:spPr>
        <a:xfrm>
          <a:off x="0" y="2022746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latin typeface="Arial Narrow"/>
            </a:rPr>
            <a:t>2019 </a:t>
          </a:r>
          <a:r>
            <a:rPr lang="es-MX" sz="1400" kern="1200" dirty="0"/>
            <a:t>a la fecha UNIR</a:t>
          </a:r>
          <a:endParaRPr lang="en-US" sz="1400" kern="1200" dirty="0">
            <a:latin typeface="Arial Narrow"/>
          </a:endParaRPr>
        </a:p>
      </dsp:txBody>
      <dsp:txXfrm>
        <a:off x="0" y="2022746"/>
        <a:ext cx="4391561" cy="404420"/>
      </dsp:txXfrm>
    </dsp:sp>
    <dsp:sp modelId="{73EB4457-00FE-4334-8771-76F73D2C9DF8}">
      <dsp:nvSpPr>
        <dsp:cNvPr id="0" name=""/>
        <dsp:cNvSpPr/>
      </dsp:nvSpPr>
      <dsp:spPr>
        <a:xfrm>
          <a:off x="0" y="2427167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-339463"/>
                <a:satOff val="21637"/>
                <a:lumOff val="-1451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9463"/>
                <a:satOff val="21637"/>
                <a:lumOff val="-1451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39463"/>
              <a:satOff val="21637"/>
              <a:lumOff val="-1451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22434D-5224-4724-8617-989CD5077B62}">
      <dsp:nvSpPr>
        <dsp:cNvPr id="0" name=""/>
        <dsp:cNvSpPr/>
      </dsp:nvSpPr>
      <dsp:spPr>
        <a:xfrm>
          <a:off x="0" y="2427167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2019 </a:t>
          </a:r>
          <a:r>
            <a:rPr lang="es-MX" sz="1400" kern="1200" dirty="0">
              <a:latin typeface="Arial Narrow"/>
            </a:rPr>
            <a:t>- 2022</a:t>
          </a:r>
          <a:r>
            <a:rPr lang="es-MX" sz="1400" kern="1200" dirty="0"/>
            <a:t> ADM</a:t>
          </a:r>
          <a:endParaRPr lang="en-US" sz="1400" kern="1200" dirty="0"/>
        </a:p>
      </dsp:txBody>
      <dsp:txXfrm>
        <a:off x="0" y="2427167"/>
        <a:ext cx="4391561" cy="404420"/>
      </dsp:txXfrm>
    </dsp:sp>
    <dsp:sp modelId="{FD9204F1-C5DB-4CEA-B698-27DE22C6DF2A}">
      <dsp:nvSpPr>
        <dsp:cNvPr id="0" name=""/>
        <dsp:cNvSpPr/>
      </dsp:nvSpPr>
      <dsp:spPr>
        <a:xfrm>
          <a:off x="0" y="2831587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-396041"/>
                <a:satOff val="25244"/>
                <a:lumOff val="-1692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96041"/>
                <a:satOff val="25244"/>
                <a:lumOff val="-1692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96041"/>
              <a:satOff val="25244"/>
              <a:lumOff val="-1692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89B703-8530-4700-9A8C-4DE677920E7F}">
      <dsp:nvSpPr>
        <dsp:cNvPr id="0" name=""/>
        <dsp:cNvSpPr/>
      </dsp:nvSpPr>
      <dsp:spPr>
        <a:xfrm>
          <a:off x="0" y="2831587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latin typeface="Arial Narrow"/>
            </a:rPr>
            <a:t>2018 –2020 UBC</a:t>
          </a:r>
        </a:p>
      </dsp:txBody>
      <dsp:txXfrm>
        <a:off x="0" y="2831587"/>
        <a:ext cx="4391561" cy="404420"/>
      </dsp:txXfrm>
    </dsp:sp>
    <dsp:sp modelId="{DC89D7F3-6DC5-43D9-8877-71191058D50D}">
      <dsp:nvSpPr>
        <dsp:cNvPr id="0" name=""/>
        <dsp:cNvSpPr/>
      </dsp:nvSpPr>
      <dsp:spPr>
        <a:xfrm>
          <a:off x="0" y="3236008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-452618"/>
                <a:satOff val="28850"/>
                <a:lumOff val="-1934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52618"/>
                <a:satOff val="28850"/>
                <a:lumOff val="-1934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452618"/>
              <a:satOff val="28850"/>
              <a:lumOff val="-1934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C98D31-AEF2-45AF-BE82-D898634EAFEF}">
      <dsp:nvSpPr>
        <dsp:cNvPr id="0" name=""/>
        <dsp:cNvSpPr/>
      </dsp:nvSpPr>
      <dsp:spPr>
        <a:xfrm>
          <a:off x="0" y="3236008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2013 - 2020 UNID</a:t>
          </a:r>
          <a:endParaRPr lang="en-US" sz="1400" kern="1200" dirty="0"/>
        </a:p>
      </dsp:txBody>
      <dsp:txXfrm>
        <a:off x="0" y="3236008"/>
        <a:ext cx="4391561" cy="404420"/>
      </dsp:txXfrm>
    </dsp:sp>
    <dsp:sp modelId="{C05C788A-BFEA-4CD2-A480-9905CCB3DCA6}">
      <dsp:nvSpPr>
        <dsp:cNvPr id="0" name=""/>
        <dsp:cNvSpPr/>
      </dsp:nvSpPr>
      <dsp:spPr>
        <a:xfrm>
          <a:off x="0" y="3640429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-509195"/>
                <a:satOff val="32456"/>
                <a:lumOff val="-2176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09195"/>
                <a:satOff val="32456"/>
                <a:lumOff val="-2176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509195"/>
              <a:satOff val="32456"/>
              <a:lumOff val="-2176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ED5352F-C569-4055-A64B-E69A3D29B174}">
      <dsp:nvSpPr>
        <dsp:cNvPr id="0" name=""/>
        <dsp:cNvSpPr/>
      </dsp:nvSpPr>
      <dsp:spPr>
        <a:xfrm>
          <a:off x="0" y="3640429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2010 – 2014 Facilitadora en línea </a:t>
          </a:r>
          <a:r>
            <a:rPr lang="es-MX" sz="1400" kern="1200" dirty="0" err="1"/>
            <a:t>UnAD</a:t>
          </a:r>
          <a:endParaRPr lang="en-US" sz="1400" kern="1200" dirty="0" err="1"/>
        </a:p>
      </dsp:txBody>
      <dsp:txXfrm>
        <a:off x="0" y="3640429"/>
        <a:ext cx="4391561" cy="404420"/>
      </dsp:txXfrm>
    </dsp:sp>
    <dsp:sp modelId="{1A1E9D26-CE3F-4EE2-95B2-1515664DB0DE}">
      <dsp:nvSpPr>
        <dsp:cNvPr id="0" name=""/>
        <dsp:cNvSpPr/>
      </dsp:nvSpPr>
      <dsp:spPr>
        <a:xfrm>
          <a:off x="0" y="4044850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-565772"/>
                <a:satOff val="36062"/>
                <a:lumOff val="-2418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65772"/>
                <a:satOff val="36062"/>
                <a:lumOff val="-2418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565772"/>
              <a:satOff val="36062"/>
              <a:lumOff val="-2418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CB2507-E9D8-4437-BBA8-B078007A504D}">
      <dsp:nvSpPr>
        <dsp:cNvPr id="0" name=""/>
        <dsp:cNvSpPr/>
      </dsp:nvSpPr>
      <dsp:spPr>
        <a:xfrm>
          <a:off x="0" y="4044850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2010 a la fecha Sinodal CENEVAL</a:t>
          </a:r>
          <a:endParaRPr lang="en-US" sz="1400" kern="1200" dirty="0"/>
        </a:p>
      </dsp:txBody>
      <dsp:txXfrm>
        <a:off x="0" y="4044850"/>
        <a:ext cx="4391561" cy="404420"/>
      </dsp:txXfrm>
    </dsp:sp>
    <dsp:sp modelId="{060F116B-58B2-46E6-94F1-DF3157B76049}">
      <dsp:nvSpPr>
        <dsp:cNvPr id="0" name=""/>
        <dsp:cNvSpPr/>
      </dsp:nvSpPr>
      <dsp:spPr>
        <a:xfrm>
          <a:off x="0" y="4449271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-622350"/>
                <a:satOff val="39669"/>
                <a:lumOff val="-2660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22350"/>
                <a:satOff val="39669"/>
                <a:lumOff val="-2660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22350"/>
              <a:satOff val="39669"/>
              <a:lumOff val="-2660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84C2EED-1D3D-4064-BD97-749EE483FDDA}">
      <dsp:nvSpPr>
        <dsp:cNvPr id="0" name=""/>
        <dsp:cNvSpPr/>
      </dsp:nvSpPr>
      <dsp:spPr>
        <a:xfrm>
          <a:off x="0" y="4449271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2008 – 2024 UNITEC</a:t>
          </a:r>
          <a:endParaRPr lang="en-US" sz="1400" kern="1200" dirty="0"/>
        </a:p>
      </dsp:txBody>
      <dsp:txXfrm>
        <a:off x="0" y="4449271"/>
        <a:ext cx="4391561" cy="404420"/>
      </dsp:txXfrm>
    </dsp:sp>
    <dsp:sp modelId="{17DFBC3D-E8B3-49F3-8DE8-D433E862CD21}">
      <dsp:nvSpPr>
        <dsp:cNvPr id="0" name=""/>
        <dsp:cNvSpPr/>
      </dsp:nvSpPr>
      <dsp:spPr>
        <a:xfrm>
          <a:off x="0" y="4853692"/>
          <a:ext cx="4391561" cy="0"/>
        </a:xfrm>
        <a:prstGeom prst="line">
          <a:avLst/>
        </a:prstGeom>
        <a:gradFill rotWithShape="0">
          <a:gsLst>
            <a:gs pos="0">
              <a:schemeClr val="accent5">
                <a:hueOff val="-678927"/>
                <a:satOff val="43275"/>
                <a:lumOff val="-2902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78927"/>
                <a:satOff val="43275"/>
                <a:lumOff val="-2902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78927"/>
              <a:satOff val="43275"/>
              <a:lumOff val="-2902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79A0E9-7D9A-4107-8C43-7009795D0C7C}">
      <dsp:nvSpPr>
        <dsp:cNvPr id="0" name=""/>
        <dsp:cNvSpPr/>
      </dsp:nvSpPr>
      <dsp:spPr>
        <a:xfrm>
          <a:off x="0" y="4853692"/>
          <a:ext cx="4391561" cy="40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2000- 2005 Directora de Telebachillerato, Veracruz</a:t>
          </a:r>
          <a:endParaRPr lang="en-US" sz="1400" kern="1200" dirty="0"/>
        </a:p>
      </dsp:txBody>
      <dsp:txXfrm>
        <a:off x="0" y="4853692"/>
        <a:ext cx="4391561" cy="4044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9C75E7-A092-A99A-98F4-AEF0C8E318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>
              <a:defRPr sz="1200"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C5882-7E0D-E4E4-4357-B11CE9D00A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>
              <a:defRPr sz="1200"/>
            </a:lvl1pPr>
          </a:lstStyle>
          <a:p>
            <a:pPr>
              <a:defRPr/>
            </a:pPr>
            <a:fld id="{DBC565BD-776E-4CC4-B73E-6137A8C3722D}" type="datetimeFigureOut">
              <a:rPr lang="en-US" altLang="es-ES"/>
              <a:pPr>
                <a:defRPr/>
              </a:pPr>
              <a:t>3/1/2026</a:t>
            </a:fld>
            <a:endParaRPr lang="en-US" alt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FC673-91EF-DD4E-74D7-5ACB5CAE5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>
              <a:defRPr sz="1200"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0A569-D7AB-853D-DF1A-A8EFF90C47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>
              <a:defRPr sz="1200"/>
            </a:lvl1pPr>
          </a:lstStyle>
          <a:p>
            <a:pPr>
              <a:defRPr/>
            </a:pPr>
            <a:fld id="{3D798FBD-0800-4839-99A2-902D17E41DDD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E35D74FF-7DD3-A9C6-3670-26FEFFC31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DBD8472-2EFC-953C-CF2A-84D981A4504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 cap="flat" cmpd="sng">
            <a:noFill/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x-none" noProof="0">
                <a:sym typeface="Avenir Roman" charset="0"/>
              </a:rPr>
              <a:t>Click to edit Master text styles</a:t>
            </a:r>
          </a:p>
          <a:p>
            <a:pPr lvl="1"/>
            <a:r>
              <a:rPr lang="es-ES_tradnl" altLang="x-none" noProof="0">
                <a:sym typeface="Avenir Roman" charset="0"/>
              </a:rPr>
              <a:t>Second level</a:t>
            </a:r>
          </a:p>
          <a:p>
            <a:pPr lvl="2"/>
            <a:r>
              <a:rPr lang="es-ES_tradnl" altLang="x-none" noProof="0">
                <a:sym typeface="Avenir Roman" charset="0"/>
              </a:rPr>
              <a:t>Third level</a:t>
            </a:r>
          </a:p>
          <a:p>
            <a:pPr lvl="3"/>
            <a:r>
              <a:rPr lang="es-ES_tradnl" altLang="x-none" noProof="0">
                <a:sym typeface="Avenir Roman" charset="0"/>
              </a:rPr>
              <a:t>Fourth level</a:t>
            </a:r>
          </a:p>
          <a:p>
            <a:pPr lvl="4"/>
            <a:r>
              <a:rPr lang="es-ES_tradnl" altLang="x-none" noProof="0">
                <a:sym typeface="Avenir Roman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/>
      </a:defRPr>
    </a:lvl1pPr>
    <a:lvl2pPr indent="2286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/>
      </a:defRPr>
    </a:lvl2pPr>
    <a:lvl3pPr indent="4572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/>
      </a:defRPr>
    </a:lvl3pPr>
    <a:lvl4pPr indent="6858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/>
      </a:defRPr>
    </a:lvl4pPr>
    <a:lvl5pPr indent="9144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70427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24399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45647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01003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1155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</p:spTree>
    <p:extLst>
      <p:ext uri="{BB962C8B-B14F-4D97-AF65-F5344CB8AC3E}">
        <p14:creationId xmlns:p14="http://schemas.microsoft.com/office/powerpoint/2010/main" val="242558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865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55524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>
              <a:sym typeface="Arial" charset="0"/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76183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47140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1600200"/>
            <a:ext cx="2286000" cy="4525963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0" y="1600200"/>
            <a:ext cx="6705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711410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>
            <a:lvl1pPr>
              <a:defRPr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FB3B1-D334-EC72-1C07-7A38851B32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11285-962E-3195-F0AC-F5A2CC26F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Inteligencia Artificial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3D81F-3CE9-65EC-8C43-97E25147A1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883B6E-997F-4212-BD7D-FA8B3A9C8E20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11267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9C5B94C7-FFEB-5B13-C1F6-F67EB1F722F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2957513"/>
            <a:ext cx="9144000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>
                <a:sym typeface="Arial Narrow" panose="020B0606020202030204" pitchFamily="34" charset="0"/>
              </a:rPr>
              <a:t>Click to edit Master title style</a:t>
            </a:r>
          </a:p>
        </p:txBody>
      </p:sp>
      <p:pic>
        <p:nvPicPr>
          <p:cNvPr id="1027" name="Picture 2" descr="logoblanco.png">
            <a:extLst>
              <a:ext uri="{FF2B5EF4-FFF2-40B4-BE49-F238E27FC236}">
                <a16:creationId xmlns:a16="http://schemas.microsoft.com/office/drawing/2014/main" id="{D8C2720B-B80C-ADE9-0F04-89FB71B02F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538" y="3106738"/>
            <a:ext cx="1222375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93" r:id="rId12"/>
  </p:sldLayoutIdLst>
  <p:hf hd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5pPr>
      <a:lvl6pPr marL="4572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6pPr>
      <a:lvl7pPr marL="9144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7pPr>
      <a:lvl8pPr marL="13716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8pPr>
      <a:lvl9pPr marL="18288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•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•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6pPr>
      <a:lvl7pPr marL="29718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7pPr>
      <a:lvl8pPr marL="34290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8pPr>
      <a:lvl9pPr marL="38862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parencia.cdmx.gob.mx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lassroom.google.com/c/Nzk0MTM0MjIxNTI4?cjc=6z5c24ft" TargetMode="External"/><Relationship Id="rId2" Type="http://schemas.openxmlformats.org/officeDocument/2006/relationships/hyperlink" Target="https://meet.google.com/hnq-diqt-ndm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castellanos.cdmx.gob.mx/instituto-rosario-castellanos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F7CDF23B-02EE-AF17-5BB9-E03B5DA8C2F6}"/>
              </a:ext>
            </a:extLst>
          </p:cNvPr>
          <p:cNvSpPr>
            <a:spLocks/>
          </p:cNvSpPr>
          <p:nvPr/>
        </p:nvSpPr>
        <p:spPr bwMode="auto">
          <a:xfrm>
            <a:off x="0" y="5611813"/>
            <a:ext cx="9144000" cy="133350"/>
          </a:xfrm>
          <a:prstGeom prst="rect">
            <a:avLst/>
          </a:prstGeom>
          <a:solidFill>
            <a:srgbClr val="660033"/>
          </a:solidFill>
          <a:ln>
            <a:noFill/>
          </a:ln>
        </p:spPr>
        <p:txBody>
          <a:bodyPr lIns="0" tIns="0" rIns="0" bIns="0" anchor="ctr"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endParaRPr lang="es-ES" altLang="es-ES">
              <a:solidFill>
                <a:srgbClr val="660033"/>
              </a:solidFill>
            </a:endParaRPr>
          </a:p>
        </p:txBody>
      </p:sp>
      <p:sp>
        <p:nvSpPr>
          <p:cNvPr id="6147" name="Rectangle 6">
            <a:extLst>
              <a:ext uri="{FF2B5EF4-FFF2-40B4-BE49-F238E27FC236}">
                <a16:creationId xmlns:a16="http://schemas.microsoft.com/office/drawing/2014/main" id="{CA1FC50C-097D-B9D1-4064-20D320E2CEC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7740" y="1033732"/>
            <a:ext cx="8988425" cy="495300"/>
          </a:xfrm>
        </p:spPr>
        <p:txBody>
          <a:bodyPr anchor="t"/>
          <a:lstStyle/>
          <a:p>
            <a:pPr>
              <a:lnSpc>
                <a:spcPct val="70000"/>
              </a:lnSpc>
            </a:pPr>
            <a:r>
              <a:rPr lang="es-ES_tradnl" altLang="es-ES" sz="2000" dirty="0">
                <a:solidFill>
                  <a:srgbClr val="660033"/>
                </a:solidFill>
                <a:latin typeface="Arial"/>
              </a:rPr>
              <a:t>Doctoranda Mónica Guadalupe Olivares Robles Gil</a:t>
            </a:r>
            <a:endParaRPr lang="en-US" sz="3600" dirty="0">
              <a:solidFill>
                <a:srgbClr val="660033"/>
              </a:solidFill>
            </a:endParaRPr>
          </a:p>
        </p:txBody>
      </p:sp>
      <p:sp>
        <p:nvSpPr>
          <p:cNvPr id="6148" name="Rectangle 7">
            <a:extLst>
              <a:ext uri="{FF2B5EF4-FFF2-40B4-BE49-F238E27FC236}">
                <a16:creationId xmlns:a16="http://schemas.microsoft.com/office/drawing/2014/main" id="{FDD416B6-E85A-933D-6B44-1BDE51DF750F}"/>
              </a:ext>
            </a:extLst>
          </p:cNvPr>
          <p:cNvSpPr>
            <a:spLocks/>
          </p:cNvSpPr>
          <p:nvPr/>
        </p:nvSpPr>
        <p:spPr bwMode="auto">
          <a:xfrm>
            <a:off x="1979712" y="4248853"/>
            <a:ext cx="8986838" cy="136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350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350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350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350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s-ES_tradnl" altLang="es-ES" sz="3600" dirty="0">
                <a:solidFill>
                  <a:srgbClr val="000000"/>
                </a:solidFill>
                <a:latin typeface="Arial"/>
                <a:cs typeface="Arial"/>
              </a:rPr>
              <a:t>Ciencia de datos</a:t>
            </a:r>
          </a:p>
          <a:p>
            <a:pPr algn="ctr">
              <a:lnSpc>
                <a:spcPct val="70000"/>
              </a:lnSpc>
            </a:pPr>
            <a:r>
              <a:rPr lang="es-ES_tradnl" altLang="es-ES" sz="3600" dirty="0">
                <a:solidFill>
                  <a:srgbClr val="000000"/>
                </a:solidFill>
                <a:latin typeface="Arial"/>
                <a:cs typeface="Arial"/>
              </a:rPr>
              <a:t>Grupo 101</a:t>
            </a:r>
          </a:p>
          <a:p>
            <a:pPr algn="ctr">
              <a:lnSpc>
                <a:spcPct val="70000"/>
              </a:lnSpc>
            </a:pPr>
            <a:r>
              <a:rPr lang="es-ES_tradnl" altLang="es-ES" sz="3600" dirty="0">
                <a:solidFill>
                  <a:srgbClr val="000000"/>
                </a:solidFill>
                <a:latin typeface="Arial"/>
                <a:cs typeface="Arial"/>
              </a:rPr>
              <a:t>GAM</a:t>
            </a:r>
            <a:endParaRPr lang="es-ES_tradnl" altLang="es-ES" sz="3600" dirty="0">
              <a:solidFill>
                <a:srgbClr val="000000"/>
              </a:solidFill>
            </a:endParaRPr>
          </a:p>
        </p:txBody>
      </p:sp>
      <p:sp>
        <p:nvSpPr>
          <p:cNvPr id="6149" name="Rectangle 8">
            <a:extLst>
              <a:ext uri="{FF2B5EF4-FFF2-40B4-BE49-F238E27FC236}">
                <a16:creationId xmlns:a16="http://schemas.microsoft.com/office/drawing/2014/main" id="{71C20A1F-8532-03CC-712D-385DF509CE66}"/>
              </a:ext>
            </a:extLst>
          </p:cNvPr>
          <p:cNvSpPr>
            <a:spLocks/>
          </p:cNvSpPr>
          <p:nvPr/>
        </p:nvSpPr>
        <p:spPr bwMode="auto">
          <a:xfrm>
            <a:off x="3256982" y="6045829"/>
            <a:ext cx="2442834" cy="59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>
              <a:lnSpc>
                <a:spcPct val="70000"/>
              </a:lnSpc>
            </a:pPr>
            <a:r>
              <a:rPr lang="es-ES_tradnl" altLang="es-ES" dirty="0">
                <a:solidFill>
                  <a:srgbClr val="000000"/>
                </a:solidFill>
                <a:latin typeface="Arial"/>
                <a:cs typeface="Arial"/>
              </a:rPr>
              <a:t>Licenciatura en Ciencias de datos para Negocios</a:t>
            </a:r>
            <a:endParaRPr lang="en-US" dirty="0"/>
          </a:p>
        </p:txBody>
      </p:sp>
      <p:pic>
        <p:nvPicPr>
          <p:cNvPr id="6150" name="Picture 1">
            <a:extLst>
              <a:ext uri="{FF2B5EF4-FFF2-40B4-BE49-F238E27FC236}">
                <a16:creationId xmlns:a16="http://schemas.microsoft.com/office/drawing/2014/main" id="{043DACC9-2320-32A4-09E3-3A0879A53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 bwMode="auto">
          <a:xfrm>
            <a:off x="456180" y="5949950"/>
            <a:ext cx="2232478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1" name="Rectangle 2">
            <a:extLst>
              <a:ext uri="{FF2B5EF4-FFF2-40B4-BE49-F238E27FC236}">
                <a16:creationId xmlns:a16="http://schemas.microsoft.com/office/drawing/2014/main" id="{6E582464-BF6D-176A-E299-9A5CCFE31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6125" y="6010964"/>
            <a:ext cx="31686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/>
            <a:r>
              <a:rPr lang="en-US" altLang="es-ES" sz="1300" dirty="0">
                <a:solidFill>
                  <a:srgbClr val="660033"/>
                </a:solidFill>
                <a:latin typeface="Unit"/>
              </a:rPr>
              <a:t>Universidad Rosario Castellanos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4C7ABA-7620-BF53-703A-0C65C38B53A8}"/>
              </a:ext>
            </a:extLst>
          </p:cNvPr>
          <p:cNvSpPr txBox="1">
            <a:spLocks noChangeArrowheads="1"/>
          </p:cNvSpPr>
          <p:nvPr/>
        </p:nvSpPr>
        <p:spPr>
          <a:xfrm>
            <a:off x="77787" y="166073"/>
            <a:ext cx="8988425" cy="4953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s-ES_tradnl" altLang="es-ES" sz="2000" dirty="0">
                <a:solidFill>
                  <a:srgbClr val="660033"/>
                </a:solidFill>
                <a:latin typeface="Arial"/>
                <a:cs typeface="Arial"/>
              </a:rPr>
              <a:t>Sesión 1</a:t>
            </a:r>
            <a:endParaRPr lang="es-ES_tradnl" altLang="es-ES" sz="2000" dirty="0">
              <a:solidFill>
                <a:srgbClr val="660033"/>
              </a:solidFill>
              <a:latin typeface="Arial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E434CCE3-30F2-F3E5-D984-B19BDC3C2BDB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D6E7D577-CDEB-4A69-88D3-B2C0D1AE6A21}" type="slidenum">
              <a:rPr lang="es-ES_tradnl" altLang="es-ES" sz="1200">
                <a:solidFill>
                  <a:srgbClr val="FFFFFF"/>
                </a:solidFill>
              </a:rPr>
              <a:pPr algn="r" eaLnBrk="1"/>
              <a:t>2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0820A43-3843-AA1A-CC0A-2D53640F84AA}"/>
              </a:ext>
            </a:extLst>
          </p:cNvPr>
          <p:cNvSpPr>
            <a:spLocks/>
          </p:cNvSpPr>
          <p:nvPr/>
        </p:nvSpPr>
        <p:spPr bwMode="auto">
          <a:xfrm>
            <a:off x="419100" y="255588"/>
            <a:ext cx="5614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latin typeface="Arial "/>
                <a:sym typeface="Arial Narrow" panose="020B0606020202030204" pitchFamily="34" charset="0"/>
              </a:rPr>
              <a:t>Orden del día</a:t>
            </a:r>
            <a:endParaRPr lang="es-ES_tradnl" altLang="es-ES" dirty="0">
              <a:solidFill>
                <a:srgbClr val="660033"/>
              </a:solidFill>
              <a:latin typeface="Arial "/>
              <a:sym typeface="Arial Narrow" panose="020B0606020202030204" pitchFamily="34" charset="0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A4E57F3-2C42-F74E-F482-99F72D9CDE55}"/>
              </a:ext>
            </a:extLst>
          </p:cNvPr>
          <p:cNvSpPr>
            <a:spLocks/>
          </p:cNvSpPr>
          <p:nvPr/>
        </p:nvSpPr>
        <p:spPr bwMode="auto">
          <a:xfrm>
            <a:off x="487363" y="981075"/>
            <a:ext cx="7997825" cy="419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tIns="45720" rIns="45720" bIns="45720" anchor="t">
            <a:spAutoFit/>
          </a:bodyPr>
          <a:lstStyle>
            <a:lvl1pPr marL="373063" indent="-373063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342900" indent="-342900" eaLnBrk="1">
              <a:lnSpc>
                <a:spcPct val="150000"/>
              </a:lnSpc>
              <a:buClr>
                <a:srgbClr val="660033"/>
              </a:buClr>
              <a:buSzPct val="50000"/>
              <a:buFont typeface="Wingdings" panose="05000000000000000000" pitchFamily="2" charset="2"/>
              <a:buChar char="Ø"/>
            </a:pPr>
            <a:r>
              <a:rPr lang="es-ES_tradnl" altLang="es-ES" sz="2000" dirty="0">
                <a:solidFill>
                  <a:srgbClr val="660033"/>
                </a:solidFill>
                <a:latin typeface="Arial "/>
                <a:cs typeface="Arial"/>
                <a:sym typeface="Arial Narrow" panose="020B0606020202030204" pitchFamily="34" charset="0"/>
              </a:rPr>
              <a:t>Presentación</a:t>
            </a:r>
            <a:endParaRPr lang="en-US" dirty="0">
              <a:solidFill>
                <a:srgbClr val="660033"/>
              </a:solidFill>
              <a:cs typeface="Arial"/>
            </a:endParaRPr>
          </a:p>
          <a:p>
            <a:pPr marL="342900" indent="-342900" eaLnBrk="1">
              <a:lnSpc>
                <a:spcPct val="150000"/>
              </a:lnSpc>
              <a:buClr>
                <a:srgbClr val="660033"/>
              </a:buClr>
              <a:buSzPct val="50000"/>
              <a:buFont typeface="Wingdings" panose="05000000000000000000" pitchFamily="2" charset="2"/>
              <a:buChar char="Ø"/>
            </a:pPr>
            <a:r>
              <a:rPr lang="es-ES_tradnl" altLang="es-ES" sz="2000" dirty="0">
                <a:solidFill>
                  <a:srgbClr val="660033"/>
                </a:solidFill>
                <a:latin typeface="Arial "/>
                <a:cs typeface="Arial"/>
                <a:sym typeface="Arial Narrow" panose="020B0606020202030204" pitchFamily="34" charset="0"/>
              </a:rPr>
              <a:t>Calendario</a:t>
            </a:r>
            <a:endParaRPr lang="es-ES_tradnl" altLang="es-ES" sz="2000" dirty="0">
              <a:solidFill>
                <a:srgbClr val="660033"/>
              </a:solidFill>
              <a:latin typeface="Arial "/>
              <a:cs typeface="Arial"/>
            </a:endParaRPr>
          </a:p>
          <a:p>
            <a:pPr marL="342900" indent="-342900" eaLnBrk="1">
              <a:lnSpc>
                <a:spcPct val="150000"/>
              </a:lnSpc>
              <a:buClr>
                <a:srgbClr val="660033"/>
              </a:buClr>
              <a:buSzPct val="50000"/>
              <a:buFont typeface="Wingdings" panose="05000000000000000000" pitchFamily="2" charset="2"/>
              <a:buChar char="Ø"/>
            </a:pPr>
            <a:r>
              <a:rPr lang="es-ES_tradnl" altLang="es-ES" sz="2000" dirty="0">
                <a:solidFill>
                  <a:srgbClr val="660033"/>
                </a:solidFill>
                <a:latin typeface="Arial "/>
                <a:cs typeface="Arial"/>
                <a:sym typeface="Arial Narrow" panose="020B0606020202030204" pitchFamily="34" charset="0"/>
              </a:rPr>
              <a:t>Datos importantes</a:t>
            </a:r>
            <a:endParaRPr lang="es-ES_tradnl" altLang="es-ES" sz="2000" dirty="0">
              <a:solidFill>
                <a:srgbClr val="660033"/>
              </a:solidFill>
              <a:latin typeface="Arial "/>
              <a:cs typeface="Arial"/>
            </a:endParaRPr>
          </a:p>
          <a:p>
            <a:pPr marL="342900" indent="-342900" eaLnBrk="1">
              <a:lnSpc>
                <a:spcPct val="150000"/>
              </a:lnSpc>
              <a:buClr>
                <a:srgbClr val="660033"/>
              </a:buClr>
              <a:buSzPct val="50000"/>
              <a:buFont typeface="Wingdings" panose="05000000000000000000" pitchFamily="2" charset="2"/>
              <a:buChar char="Ø"/>
            </a:pPr>
            <a:r>
              <a:rPr lang="es-ES_tradnl" altLang="es-ES" sz="2000" dirty="0">
                <a:solidFill>
                  <a:srgbClr val="660033"/>
                </a:solidFill>
                <a:latin typeface="Arial "/>
                <a:cs typeface="Arial"/>
                <a:sym typeface="Arial Narrow" panose="020B0606020202030204" pitchFamily="34" charset="0"/>
              </a:rPr>
              <a:t>Reglas del juego</a:t>
            </a:r>
            <a:endParaRPr lang="es-ES_tradnl" altLang="es-ES" sz="2000" dirty="0">
              <a:solidFill>
                <a:srgbClr val="660033"/>
              </a:solidFill>
              <a:latin typeface="Arial "/>
            </a:endParaRPr>
          </a:p>
          <a:p>
            <a:pPr marL="342900" indent="-342900" eaLnBrk="1">
              <a:lnSpc>
                <a:spcPct val="150000"/>
              </a:lnSpc>
              <a:buClr>
                <a:srgbClr val="660033"/>
              </a:buClr>
              <a:buSzPct val="50000"/>
              <a:buFont typeface="Wingdings" panose="05000000000000000000" pitchFamily="2" charset="2"/>
              <a:buChar char="Ø"/>
            </a:pPr>
            <a:r>
              <a:rPr lang="es-ES_tradnl" altLang="es-ES" sz="2000" dirty="0">
                <a:solidFill>
                  <a:srgbClr val="660033"/>
                </a:solidFill>
                <a:latin typeface="Arial "/>
                <a:cs typeface="Arial"/>
                <a:sym typeface="Arial Narrow" panose="020B0606020202030204" pitchFamily="34" charset="0"/>
              </a:rPr>
              <a:t>Temas</a:t>
            </a:r>
            <a:endParaRPr lang="es-ES_tradnl" altLang="es-ES" sz="2000" dirty="0">
              <a:solidFill>
                <a:srgbClr val="660033"/>
              </a:solidFill>
              <a:latin typeface="Arial "/>
              <a:cs typeface="Arial"/>
            </a:endParaRPr>
          </a:p>
          <a:p>
            <a:pPr marL="342900" indent="-342900" eaLnBrk="1">
              <a:lnSpc>
                <a:spcPct val="150000"/>
              </a:lnSpc>
              <a:buClr>
                <a:srgbClr val="660033"/>
              </a:buClr>
              <a:buSzPct val="50000"/>
              <a:buFont typeface="Wingdings" panose="05000000000000000000" pitchFamily="2" charset="2"/>
              <a:buChar char="Ø"/>
            </a:pPr>
            <a:r>
              <a:rPr lang="es-ES_tradnl" altLang="es-ES" sz="2000" dirty="0">
                <a:solidFill>
                  <a:srgbClr val="660033"/>
                </a:solidFill>
                <a:latin typeface="Arial "/>
                <a:cs typeface="Arial"/>
                <a:sym typeface="Arial Narrow" panose="020B0606020202030204" pitchFamily="34" charset="0"/>
              </a:rPr>
              <a:t>Forma de trabajo</a:t>
            </a:r>
            <a:endParaRPr lang="es-ES_tradnl" altLang="es-ES" sz="2000" dirty="0">
              <a:solidFill>
                <a:srgbClr val="660033"/>
              </a:solidFill>
              <a:latin typeface="Arial "/>
              <a:cs typeface="Arial"/>
            </a:endParaRPr>
          </a:p>
          <a:p>
            <a:pPr marL="342900" indent="-342900" eaLnBrk="1">
              <a:lnSpc>
                <a:spcPct val="150000"/>
              </a:lnSpc>
              <a:buClr>
                <a:srgbClr val="660033"/>
              </a:buClr>
              <a:buSzPct val="50000"/>
              <a:buFont typeface="Wingdings" panose="05000000000000000000" pitchFamily="2" charset="2"/>
              <a:buChar char="Ø"/>
            </a:pPr>
            <a:r>
              <a:rPr lang="es-ES_tradnl" altLang="es-ES" sz="2000" dirty="0">
                <a:solidFill>
                  <a:srgbClr val="660033"/>
                </a:solidFill>
                <a:latin typeface="Arial "/>
                <a:cs typeface="Arial"/>
                <a:sym typeface="Arial Narrow" panose="020B0606020202030204" pitchFamily="34" charset="0"/>
              </a:rPr>
              <a:t>Evaluación y calificación</a:t>
            </a:r>
            <a:endParaRPr lang="es-ES_tradnl" altLang="es-ES" sz="2000" dirty="0">
              <a:solidFill>
                <a:srgbClr val="660033"/>
              </a:solidFill>
              <a:latin typeface="Arial "/>
              <a:cs typeface="Arial"/>
            </a:endParaRPr>
          </a:p>
          <a:p>
            <a:pPr marL="342900" indent="-342900" eaLnBrk="1">
              <a:lnSpc>
                <a:spcPct val="150000"/>
              </a:lnSpc>
              <a:buClr>
                <a:srgbClr val="660033"/>
              </a:buClr>
              <a:buSzPct val="50000"/>
              <a:buFont typeface="Wingdings" panose="05000000000000000000" pitchFamily="2" charset="2"/>
              <a:buChar char="Ø"/>
            </a:pPr>
            <a:r>
              <a:rPr lang="es-ES_tradnl" altLang="es-ES" sz="2000" dirty="0">
                <a:solidFill>
                  <a:srgbClr val="660033"/>
                </a:solidFill>
                <a:latin typeface="Arial "/>
                <a:cs typeface="Arial"/>
                <a:sym typeface="Arial Narrow" panose="020B0606020202030204" pitchFamily="34" charset="0"/>
              </a:rPr>
              <a:t>Sugerencias</a:t>
            </a:r>
            <a:endParaRPr lang="es-ES_tradnl" altLang="es-ES" sz="2000" dirty="0">
              <a:solidFill>
                <a:srgbClr val="0098CD"/>
              </a:solidFill>
              <a:latin typeface="Arial "/>
            </a:endParaRPr>
          </a:p>
          <a:p>
            <a:pPr marL="372745" indent="-372745"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es-ES_tradnl" altLang="es-ES" sz="2000" dirty="0">
              <a:solidFill>
                <a:srgbClr val="0098CD"/>
              </a:solidFill>
              <a:latin typeface="Arial "/>
            </a:endParaRPr>
          </a:p>
        </p:txBody>
      </p:sp>
      <p:sp>
        <p:nvSpPr>
          <p:cNvPr id="7173" name="Marcador de número de diapositiva 1">
            <a:extLst>
              <a:ext uri="{FF2B5EF4-FFF2-40B4-BE49-F238E27FC236}">
                <a16:creationId xmlns:a16="http://schemas.microsoft.com/office/drawing/2014/main" id="{BBA8227F-6AFE-5E6D-DDC1-62790934B70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31936789-7B2B-41AA-8C13-5339DFD6B47D}" type="slidenum">
              <a:rPr lang="es-ES_tradnl" altLang="es-ES" smtClean="0">
                <a:solidFill>
                  <a:srgbClr val="FFFFFF"/>
                </a:solidFill>
              </a:rPr>
              <a:pPr/>
              <a:t>2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persona, mujer, viendo, frente&#10;&#10;Descripción generada automáticamente">
            <a:extLst>
              <a:ext uri="{FF2B5EF4-FFF2-40B4-BE49-F238E27FC236}">
                <a16:creationId xmlns:a16="http://schemas.microsoft.com/office/drawing/2014/main" id="{D9F37C32-3330-2B95-9B2C-CF5024EF5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85" y="1607203"/>
            <a:ext cx="3482105" cy="3643593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195" name="1 Título">
            <a:extLst>
              <a:ext uri="{FF2B5EF4-FFF2-40B4-BE49-F238E27FC236}">
                <a16:creationId xmlns:a16="http://schemas.microsoft.com/office/drawing/2014/main" id="{C5B2E71F-0DF4-2CC1-7405-AF9AA20F7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62400" y="619125"/>
            <a:ext cx="4391025" cy="86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s-MX" altLang="es-MX"/>
              <a:t>Presentación</a:t>
            </a:r>
          </a:p>
        </p:txBody>
      </p:sp>
      <p:graphicFrame>
        <p:nvGraphicFramePr>
          <p:cNvPr id="6" name="2 Marcador de contenido">
            <a:extLst>
              <a:ext uri="{FF2B5EF4-FFF2-40B4-BE49-F238E27FC236}">
                <a16:creationId xmlns:a16="http://schemas.microsoft.com/office/drawing/2014/main" id="{C757088B-8C99-91AA-D7AD-CA104F844C9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85356773"/>
              </p:ext>
            </p:extLst>
          </p:nvPr>
        </p:nvGraphicFramePr>
        <p:xfrm>
          <a:off x="4115865" y="980728"/>
          <a:ext cx="4391561" cy="5258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3 Botón de acción: Inicio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99479BA-E60B-19DB-688C-0AA9D0655F98}"/>
              </a:ext>
            </a:extLst>
          </p:cNvPr>
          <p:cNvSpPr/>
          <p:nvPr/>
        </p:nvSpPr>
        <p:spPr>
          <a:xfrm>
            <a:off x="8676456" y="6453336"/>
            <a:ext cx="288032" cy="216024"/>
          </a:xfrm>
          <a:prstGeom prst="actionButtonHom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43CE1392-073F-DC61-3F22-93F72DD7106E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94DF4D61-593E-4508-83CD-84A883DC7EB9}" type="slidenum">
              <a:rPr lang="es-ES_tradnl" altLang="es-ES" sz="1200">
                <a:solidFill>
                  <a:srgbClr val="FFFFFF"/>
                </a:solidFill>
              </a:rPr>
              <a:pPr algn="r" eaLnBrk="1"/>
              <a:t>4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104FA08-D3AA-9E8F-153B-9A1B97D3A848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Datos importantes</a:t>
            </a:r>
            <a:endParaRPr lang="es-ES_tradnl" altLang="es-ES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333CC255-C13A-91B8-49D1-0E641F39CB44}"/>
              </a:ext>
            </a:extLst>
          </p:cNvPr>
          <p:cNvSpPr>
            <a:spLocks/>
          </p:cNvSpPr>
          <p:nvPr/>
        </p:nvSpPr>
        <p:spPr bwMode="auto">
          <a:xfrm>
            <a:off x="820738" y="1001713"/>
            <a:ext cx="7500937" cy="3785652"/>
          </a:xfrm>
          <a:prstGeom prst="rect">
            <a:avLst/>
          </a:prstGeom>
          <a:noFill/>
          <a:ln>
            <a:noFill/>
          </a:ln>
        </p:spPr>
        <p:txBody>
          <a:bodyPr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342900" indent="-342900" eaLnBrk="1">
              <a:buClr>
                <a:srgbClr val="660033"/>
              </a:buClr>
              <a:buSzPct val="110000"/>
              <a:buFont typeface="Wingdings" panose="05000000000000000000" pitchFamily="2" charset="2"/>
              <a:buChar char="Ø"/>
              <a:defRPr/>
            </a:pPr>
            <a:r>
              <a:rPr lang="es-ES_tradnl" altLang="es-ES" sz="2000" dirty="0">
                <a:sym typeface="Arial Narrow" panose="020B0606020202030204" pitchFamily="34" charset="0"/>
              </a:rPr>
              <a:t>Atención a nuestros canales de comunicación en un plazo no mayor a 48 horas.</a:t>
            </a:r>
          </a:p>
          <a:p>
            <a:pPr marL="342900" indent="-342900" eaLnBrk="1">
              <a:buClr>
                <a:srgbClr val="660033"/>
              </a:buClr>
              <a:buSzPct val="110000"/>
              <a:buFont typeface="Wingdings" panose="05000000000000000000" pitchFamily="2" charset="2"/>
              <a:buChar char="Ø"/>
              <a:defRPr/>
            </a:pPr>
            <a:endParaRPr lang="es-ES_tradnl" altLang="es-ES" sz="2000" dirty="0">
              <a:sym typeface="Arial Narrow" panose="020B0606020202030204" pitchFamily="34" charset="0"/>
            </a:endParaRPr>
          </a:p>
          <a:p>
            <a:pPr marL="342900" indent="-342900" eaLnBrk="1">
              <a:buClr>
                <a:srgbClr val="660033"/>
              </a:buClr>
              <a:buSzPct val="110000"/>
              <a:buFont typeface="Wingdings" panose="05000000000000000000" pitchFamily="2" charset="2"/>
              <a:buChar char="Ø"/>
              <a:defRPr/>
            </a:pPr>
            <a:r>
              <a:rPr lang="es-ES_tradnl" altLang="es-ES" sz="2000" dirty="0">
                <a:sym typeface="Arial Narrow" panose="020B0606020202030204" pitchFamily="34" charset="0"/>
              </a:rPr>
              <a:t>La evaluación continua corresponde al 50% de las actividades, examen parcial el 20% y el examen final corresponde al 30% de la calificación final. </a:t>
            </a:r>
            <a:r>
              <a:rPr lang="es-ES_tradnl" altLang="es-ES" sz="2000" dirty="0">
                <a:solidFill>
                  <a:srgbClr val="660033"/>
                </a:solidFill>
                <a:sym typeface="Arial Narrow" panose="020B0606020202030204" pitchFamily="34" charset="0"/>
              </a:rPr>
              <a:t>(</a:t>
            </a:r>
            <a:r>
              <a:rPr lang="es-ES_tradnl" altLang="es-ES" sz="2000" b="1" dirty="0">
                <a:solidFill>
                  <a:srgbClr val="660033"/>
                </a:solidFill>
                <a:sym typeface="Arial Narrow" panose="020B0606020202030204" pitchFamily="34" charset="0"/>
              </a:rPr>
              <a:t>porcentajes por validar, ya </a:t>
            </a:r>
            <a:r>
              <a:rPr lang="es-ES_tradnl" altLang="es-ES" sz="2000" b="1">
                <a:solidFill>
                  <a:srgbClr val="660033"/>
                </a:solidFill>
                <a:sym typeface="Arial Narrow" panose="020B0606020202030204" pitchFamily="34" charset="0"/>
              </a:rPr>
              <a:t>que el PP </a:t>
            </a:r>
            <a:r>
              <a:rPr lang="es-ES_tradnl" altLang="es-ES" sz="2000" b="1" dirty="0">
                <a:solidFill>
                  <a:srgbClr val="660033"/>
                </a:solidFill>
                <a:sym typeface="Arial Narrow" panose="020B0606020202030204" pitchFamily="34" charset="0"/>
              </a:rPr>
              <a:t>vale el 10% final)</a:t>
            </a:r>
          </a:p>
          <a:p>
            <a:pPr marL="0" indent="0" eaLnBrk="1">
              <a:buClr>
                <a:srgbClr val="660033"/>
              </a:buClr>
              <a:buSzPct val="110000"/>
              <a:defRPr/>
            </a:pPr>
            <a:endParaRPr lang="es-ES_tradnl" altLang="es-ES" sz="2000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marL="342900" indent="-342900" eaLnBrk="1">
              <a:buClr>
                <a:srgbClr val="660033"/>
              </a:buClr>
              <a:buSzPct val="110000"/>
              <a:buFont typeface="Wingdings" panose="05000000000000000000" pitchFamily="2" charset="2"/>
              <a:buChar char="Ø"/>
              <a:defRPr/>
            </a:pPr>
            <a:r>
              <a:rPr lang="es-ES_tradnl" altLang="es-ES" sz="2000" dirty="0">
                <a:sym typeface="Arial Narrow" panose="020B0606020202030204" pitchFamily="34" charset="0"/>
              </a:rPr>
              <a:t>No se aceptan tareas extemporáneas.</a:t>
            </a:r>
          </a:p>
          <a:p>
            <a:pPr marL="342900" indent="-342900" eaLnBrk="1">
              <a:buClr>
                <a:srgbClr val="660033"/>
              </a:buClr>
              <a:buSzPct val="110000"/>
              <a:buFont typeface="Wingdings" panose="05000000000000000000" pitchFamily="2" charset="2"/>
              <a:buChar char="Ø"/>
              <a:defRPr/>
            </a:pPr>
            <a:endParaRPr lang="es-ES_tradnl" altLang="es-ES" sz="2000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marL="342900" indent="-342900" eaLnBrk="1">
              <a:buClr>
                <a:srgbClr val="660033"/>
              </a:buClr>
              <a:buSzPct val="110000"/>
              <a:buFont typeface="Wingdings" panose="05000000000000000000" pitchFamily="2" charset="2"/>
              <a:buChar char="Ø"/>
              <a:defRPr/>
            </a:pPr>
            <a:r>
              <a:rPr lang="es-ES_tradnl" altLang="es-ES" sz="2000" dirty="0">
                <a:sym typeface="Arial Narrow" panose="020B0606020202030204" pitchFamily="34" charset="0"/>
              </a:rPr>
              <a:t>Evitar el </a:t>
            </a:r>
            <a:r>
              <a:rPr lang="es-ES_tradnl" altLang="es-ES" sz="2000" dirty="0" err="1">
                <a:sym typeface="Arial Narrow" panose="020B0606020202030204" pitchFamily="34" charset="0"/>
              </a:rPr>
              <a:t>copy</a:t>
            </a:r>
            <a:r>
              <a:rPr lang="es-ES_tradnl" altLang="es-ES" sz="2000" dirty="0">
                <a:sym typeface="Arial Narrow" panose="020B0606020202030204" pitchFamily="34" charset="0"/>
              </a:rPr>
              <a:t> paste, tendremos una rúbrica para cada actividad</a:t>
            </a:r>
          </a:p>
        </p:txBody>
      </p:sp>
      <p:sp>
        <p:nvSpPr>
          <p:cNvPr id="10245" name="Marcador de número de diapositiva 1">
            <a:extLst>
              <a:ext uri="{FF2B5EF4-FFF2-40B4-BE49-F238E27FC236}">
                <a16:creationId xmlns:a16="http://schemas.microsoft.com/office/drawing/2014/main" id="{9CA9B3F4-8BE0-8C54-D642-AC19D3A8408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2F616820-B10E-49D2-A7B0-96977EC4979C}" type="slidenum">
              <a:rPr lang="es-ES_tradnl" altLang="es-ES" smtClean="0">
                <a:solidFill>
                  <a:srgbClr val="FFFFFF"/>
                </a:solidFill>
              </a:rPr>
              <a:pPr/>
              <a:t>4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id="{9E5666BC-9050-F985-217E-858F757F2F6B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0EAEF9A0-F12D-4858-81A7-4CB71AFED097}" type="slidenum">
              <a:rPr lang="es-ES_tradnl" altLang="es-ES" sz="1200">
                <a:solidFill>
                  <a:srgbClr val="FFFFFF"/>
                </a:solidFill>
              </a:rPr>
              <a:pPr algn="r" eaLnBrk="1"/>
              <a:t>5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A2DA833B-0C48-C59D-54C8-2FD838955482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Reglas del juego</a:t>
            </a:r>
            <a:endParaRPr lang="es-ES_tradnl" altLang="es-ES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6E09E1BC-E204-D984-DCF2-FE5EA03AAC39}"/>
              </a:ext>
            </a:extLst>
          </p:cNvPr>
          <p:cNvSpPr>
            <a:spLocks/>
          </p:cNvSpPr>
          <p:nvPr/>
        </p:nvSpPr>
        <p:spPr bwMode="auto">
          <a:xfrm>
            <a:off x="820738" y="1001713"/>
            <a:ext cx="7500937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s-MX" altLang="es-MX" sz="2000" dirty="0">
                <a:solidFill>
                  <a:srgbClr val="333333"/>
                </a:solidFill>
                <a:latin typeface="Lato Extended"/>
              </a:rPr>
              <a:t>Para que nuestro curso sea productivo, debemos seguir algunas reglas:</a:t>
            </a:r>
          </a:p>
          <a:p>
            <a:endParaRPr lang="es-MX" altLang="es-MX" sz="2000" dirty="0">
              <a:solidFill>
                <a:srgbClr val="333333"/>
              </a:solidFill>
              <a:latin typeface="Lato Extended"/>
            </a:endParaRPr>
          </a:p>
          <a:p>
            <a:pPr>
              <a:buFont typeface="Arial Narrow" panose="020B0606020202030204" pitchFamily="34" charset="0"/>
              <a:buAutoNum type="arabicPeriod"/>
            </a:pPr>
            <a:r>
              <a:rPr lang="es-MX" altLang="es-MX" sz="2000" b="1" dirty="0">
                <a:solidFill>
                  <a:srgbClr val="333333"/>
                </a:solidFill>
                <a:latin typeface="Lato Extended"/>
              </a:rPr>
              <a:t>Canales de comunicación</a:t>
            </a:r>
            <a:r>
              <a:rPr lang="es-MX" altLang="es-MX" sz="2000" dirty="0">
                <a:solidFill>
                  <a:srgbClr val="333333"/>
                </a:solidFill>
                <a:latin typeface="Lato Extended"/>
              </a:rPr>
              <a:t>:</a:t>
            </a:r>
          </a:p>
          <a:p>
            <a:pPr>
              <a:buFont typeface="Arial Narrow" panose="020B0606020202030204" pitchFamily="34" charset="0"/>
              <a:buAutoNum type="arabicPeriod"/>
            </a:pPr>
            <a:endParaRPr lang="es-MX" altLang="es-MX" sz="2000" dirty="0">
              <a:solidFill>
                <a:srgbClr val="333333"/>
              </a:solidFill>
              <a:latin typeface="Lato Extended"/>
            </a:endParaRPr>
          </a:p>
          <a:p>
            <a:pPr lvl="1">
              <a:buFont typeface="Arial Narrow" panose="020B0606020202030204" pitchFamily="34" charset="0"/>
              <a:buAutoNum type="arabicPeriod"/>
            </a:pPr>
            <a:r>
              <a:rPr lang="es-MX" altLang="es-MX" sz="2000" dirty="0">
                <a:solidFill>
                  <a:srgbClr val="333333"/>
                </a:solidFill>
                <a:latin typeface="Lato Extended"/>
              </a:rPr>
              <a:t>Mensajes en plataforma. Responderé mensaje en un máximo de 48 horas, a menos que:</a:t>
            </a:r>
          </a:p>
          <a:p>
            <a:pPr lvl="2">
              <a:buFont typeface="Arial Narrow" panose="020B0606020202030204" pitchFamily="34" charset="0"/>
              <a:buAutoNum type="arabicPeriod"/>
            </a:pPr>
            <a:r>
              <a:rPr lang="es-MX" altLang="es-MX" sz="2000" dirty="0">
                <a:solidFill>
                  <a:srgbClr val="333333"/>
                </a:solidFill>
                <a:latin typeface="Lato Extended"/>
              </a:rPr>
              <a:t>Sábados y domingos no contesto mensajes. (por salud mental)</a:t>
            </a:r>
          </a:p>
          <a:p>
            <a:pPr lvl="2">
              <a:buFont typeface="Arial Narrow" panose="020B0606020202030204" pitchFamily="34" charset="0"/>
              <a:buAutoNum type="arabicPeriod"/>
            </a:pPr>
            <a:r>
              <a:rPr lang="es-MX" altLang="es-MX" sz="2000" dirty="0">
                <a:solidFill>
                  <a:srgbClr val="333333"/>
                </a:solidFill>
                <a:latin typeface="Lato Extended"/>
              </a:rPr>
              <a:t>Después de las </a:t>
            </a:r>
            <a:r>
              <a:rPr lang="es-MX" altLang="es-MX" sz="2000" b="1" dirty="0">
                <a:solidFill>
                  <a:srgbClr val="333333"/>
                </a:solidFill>
                <a:latin typeface="Lato Extended"/>
              </a:rPr>
              <a:t>11 p.m.</a:t>
            </a:r>
            <a:r>
              <a:rPr lang="es-MX" altLang="es-MX" sz="2000" dirty="0">
                <a:solidFill>
                  <a:srgbClr val="333333"/>
                </a:solidFill>
                <a:latin typeface="Lato Extended"/>
              </a:rPr>
              <a:t> no contesto mensajes.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es-ES_tradnl" altLang="es-ES" sz="2000" dirty="0">
              <a:solidFill>
                <a:srgbClr val="0098CD"/>
              </a:solidFill>
              <a:sym typeface="Arial Narrow" panose="020B0606020202030204" pitchFamily="34" charset="0"/>
            </a:endParaRPr>
          </a:p>
        </p:txBody>
      </p:sp>
      <p:sp>
        <p:nvSpPr>
          <p:cNvPr id="11269" name="Marcador de número de diapositiva 1">
            <a:extLst>
              <a:ext uri="{FF2B5EF4-FFF2-40B4-BE49-F238E27FC236}">
                <a16:creationId xmlns:a16="http://schemas.microsoft.com/office/drawing/2014/main" id="{35BC74C7-AD61-36E1-FB0F-D9446EAFD2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76208F20-997B-4DAA-ABC7-D9EC2BA54AD2}" type="slidenum">
              <a:rPr lang="es-ES_tradnl" altLang="es-ES" smtClean="0">
                <a:solidFill>
                  <a:srgbClr val="FFFFFF"/>
                </a:solidFill>
              </a:rPr>
              <a:pPr/>
              <a:t>5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4782D3FF-D818-70E6-E17B-E8296EB71169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B4319250-66A6-4075-8649-E2DD8C546B5E}" type="slidenum">
              <a:rPr lang="es-ES_tradnl" altLang="es-ES" sz="1200">
                <a:solidFill>
                  <a:srgbClr val="FFFFFF"/>
                </a:solidFill>
              </a:rPr>
              <a:pPr algn="r" eaLnBrk="1"/>
              <a:t>6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9D778F9-7BD4-FD1B-3D22-9F70947A85FA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Reglas del juego</a:t>
            </a:r>
            <a:endParaRPr lang="es-ES_tradnl" altLang="es-ES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B679571-3BDD-7C60-7E70-A4B1DA3AC42F}"/>
              </a:ext>
            </a:extLst>
          </p:cNvPr>
          <p:cNvSpPr>
            <a:spLocks/>
          </p:cNvSpPr>
          <p:nvPr/>
        </p:nvSpPr>
        <p:spPr bwMode="auto">
          <a:xfrm>
            <a:off x="820738" y="1001713"/>
            <a:ext cx="7500937" cy="3477875"/>
          </a:xfrm>
          <a:prstGeom prst="rect">
            <a:avLst/>
          </a:prstGeom>
          <a:noFill/>
          <a:ln>
            <a:noFill/>
          </a:ln>
        </p:spPr>
        <p:txBody>
          <a:bodyPr lIns="45720" tIns="45720" rIns="45720" bIns="45720" anchor="t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342900" indent="-342900">
              <a:buFont typeface="+mj-lt"/>
              <a:buAutoNum type="arabicPeriod" startAt="2"/>
              <a:defRPr/>
            </a:pPr>
            <a:r>
              <a:rPr lang="es-MX" sz="2000" dirty="0">
                <a:solidFill>
                  <a:srgbClr val="333333"/>
                </a:solidFill>
                <a:latin typeface="Lato Extended"/>
              </a:rPr>
              <a:t> </a:t>
            </a:r>
            <a:r>
              <a:rPr lang="es-MX" sz="2000" b="1" dirty="0">
                <a:solidFill>
                  <a:srgbClr val="333333"/>
                </a:solidFill>
                <a:latin typeface="Lato Extended"/>
              </a:rPr>
              <a:t> Actividades</a:t>
            </a:r>
            <a:r>
              <a:rPr lang="es-MX" sz="2000" dirty="0">
                <a:solidFill>
                  <a:srgbClr val="333333"/>
                </a:solidFill>
                <a:latin typeface="Lato Extended"/>
              </a:rPr>
              <a:t>:</a:t>
            </a:r>
          </a:p>
          <a:p>
            <a:pPr marL="742950" lvl="1" indent="-285750">
              <a:buFont typeface="+mj-lt"/>
              <a:buAutoNum type="arabicPeriod"/>
              <a:defRPr/>
            </a:pPr>
            <a:r>
              <a:rPr lang="es-MX" sz="2000" dirty="0">
                <a:solidFill>
                  <a:srgbClr val="333333"/>
                </a:solidFill>
                <a:latin typeface="Lato Extended"/>
              </a:rPr>
              <a:t>Las tareas tendrán una fecha y hora límite de entrega, fuera de esas fechas no se recibirán las tareas.</a:t>
            </a:r>
          </a:p>
          <a:p>
            <a:pPr lvl="2">
              <a:buFont typeface="+mj-lt"/>
              <a:buAutoNum type="arabicPeriod"/>
              <a:defRPr/>
            </a:pPr>
            <a:r>
              <a:rPr lang="es-MX" sz="2000" dirty="0">
                <a:solidFill>
                  <a:srgbClr val="333333"/>
                </a:solidFill>
                <a:latin typeface="Lato Extended"/>
              </a:rPr>
              <a:t>En caso de que no puedan entregar sus actividades por enfermedad o causas de fuerza mayor, </a:t>
            </a:r>
            <a:r>
              <a:rPr lang="es-MX" sz="2000" b="1" dirty="0">
                <a:solidFill>
                  <a:srgbClr val="FF0000"/>
                </a:solidFill>
                <a:latin typeface="Lato Extended"/>
              </a:rPr>
              <a:t>solo mi Directora podrá autorizarme el recibir actividades fuera de tiempo.</a:t>
            </a:r>
          </a:p>
          <a:p>
            <a:pPr marL="742950" lvl="1" indent="-285750">
              <a:buFont typeface="+mj-lt"/>
              <a:buAutoNum type="arabicPeriod"/>
              <a:defRPr/>
            </a:pPr>
            <a:r>
              <a:rPr lang="es-MX" sz="2000" dirty="0">
                <a:solidFill>
                  <a:srgbClr val="333333"/>
                </a:solidFill>
                <a:latin typeface="Lato Extended"/>
              </a:rPr>
              <a:t>Califico y retroalimento tareas antes de la entrega de la siguiente tarea.</a:t>
            </a:r>
          </a:p>
          <a:p>
            <a:pPr marL="742950" lvl="1" indent="-285750">
              <a:buFont typeface="+mj-lt"/>
              <a:buAutoNum type="arabicPeriod"/>
              <a:defRPr/>
            </a:pPr>
            <a:r>
              <a:rPr lang="es-MX" sz="2000" dirty="0">
                <a:solidFill>
                  <a:srgbClr val="333333"/>
                </a:solidFill>
                <a:latin typeface="Lato Extended"/>
              </a:rPr>
              <a:t>Se proporcionará una rúbrica para cada actividad a realizar.</a:t>
            </a:r>
          </a:p>
          <a:p>
            <a:pPr marL="742950" lvl="1" indent="-285750">
              <a:buFont typeface="+mj-lt"/>
              <a:buAutoNum type="arabicPeriod"/>
              <a:defRPr/>
            </a:pPr>
            <a:endParaRPr lang="es-MX" sz="2000" dirty="0">
              <a:solidFill>
                <a:srgbClr val="333333"/>
              </a:solidFill>
              <a:latin typeface="Lato Extended"/>
            </a:endParaRPr>
          </a:p>
        </p:txBody>
      </p:sp>
      <p:sp>
        <p:nvSpPr>
          <p:cNvPr id="12293" name="Marcador de número de diapositiva 1">
            <a:extLst>
              <a:ext uri="{FF2B5EF4-FFF2-40B4-BE49-F238E27FC236}">
                <a16:creationId xmlns:a16="http://schemas.microsoft.com/office/drawing/2014/main" id="{90BAC3CF-BFE1-2D83-C62A-D09372E491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FAA90C17-E8CD-451E-B490-93475AE2BDB2}" type="slidenum">
              <a:rPr lang="es-ES_tradnl" altLang="es-ES" smtClean="0">
                <a:solidFill>
                  <a:srgbClr val="FFFFFF"/>
                </a:solidFill>
              </a:rPr>
              <a:pPr/>
              <a:t>6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4782D3FF-D818-70E6-E17B-E8296EB71169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B4319250-66A6-4075-8649-E2DD8C546B5E}" type="slidenum">
              <a:rPr lang="es-ES_tradnl" altLang="es-ES" sz="1200">
                <a:solidFill>
                  <a:srgbClr val="FFFFFF"/>
                </a:solidFill>
              </a:rPr>
              <a:pPr algn="r" eaLnBrk="1"/>
              <a:t>7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9D778F9-7BD4-FD1B-3D22-9F70947A85FA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Reglas del juego</a:t>
            </a:r>
            <a:endParaRPr lang="es-ES_tradnl" altLang="es-ES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B679571-3BDD-7C60-7E70-A4B1DA3AC42F}"/>
              </a:ext>
            </a:extLst>
          </p:cNvPr>
          <p:cNvSpPr>
            <a:spLocks/>
          </p:cNvSpPr>
          <p:nvPr/>
        </p:nvSpPr>
        <p:spPr bwMode="auto">
          <a:xfrm>
            <a:off x="820738" y="1001713"/>
            <a:ext cx="7500937" cy="2246769"/>
          </a:xfrm>
          <a:prstGeom prst="rect">
            <a:avLst/>
          </a:prstGeom>
          <a:noFill/>
          <a:ln>
            <a:noFill/>
          </a:ln>
        </p:spPr>
        <p:txBody>
          <a:bodyPr lIns="45720" tIns="45720" rIns="45720" bIns="45720" anchor="t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342900" indent="-342900">
              <a:buFont typeface="+mj-lt"/>
              <a:buAutoNum type="arabicPeriod" startAt="2"/>
              <a:defRPr/>
            </a:pPr>
            <a:r>
              <a:rPr lang="es-MX" sz="2000" dirty="0">
                <a:solidFill>
                  <a:srgbClr val="333333"/>
                </a:solidFill>
                <a:latin typeface="Lato Extended"/>
              </a:rPr>
              <a:t> </a:t>
            </a:r>
            <a:r>
              <a:rPr lang="es-MX" sz="2000" b="1" dirty="0">
                <a:solidFill>
                  <a:srgbClr val="333333"/>
                </a:solidFill>
                <a:latin typeface="Lato Extended"/>
              </a:rPr>
              <a:t> Actividades</a:t>
            </a:r>
            <a:r>
              <a:rPr lang="es-MX" sz="2000" dirty="0">
                <a:solidFill>
                  <a:srgbClr val="333333"/>
                </a:solidFill>
                <a:latin typeface="Lato Extended"/>
              </a:rPr>
              <a:t>:</a:t>
            </a:r>
          </a:p>
          <a:p>
            <a:pPr marL="457200" lvl="1" indent="0">
              <a:defRPr/>
            </a:pPr>
            <a:endParaRPr lang="es-MX" sz="2000" dirty="0">
              <a:solidFill>
                <a:srgbClr val="333333"/>
              </a:solidFill>
              <a:latin typeface="Lato Extended"/>
            </a:endParaRPr>
          </a:p>
          <a:p>
            <a:pPr marL="457200" lvl="1" indent="0">
              <a:defRPr/>
            </a:pPr>
            <a:r>
              <a:rPr lang="es-MX" sz="2000" dirty="0">
                <a:solidFill>
                  <a:srgbClr val="333333"/>
                </a:solidFill>
                <a:latin typeface="Lato Extended"/>
                <a:cs typeface="Arial"/>
              </a:rPr>
              <a:t>4. Revisaré la autenticidad de sus trabajos. </a:t>
            </a:r>
            <a:r>
              <a:rPr lang="es-MX" sz="2000" b="1" dirty="0">
                <a:solidFill>
                  <a:srgbClr val="FF0000"/>
                </a:solidFill>
                <a:latin typeface="PCHOUA+ArialMT"/>
                <a:cs typeface="Arial"/>
              </a:rPr>
              <a:t>No es aceptable plagio</a:t>
            </a:r>
            <a:r>
              <a:rPr lang="es-MX" sz="2000" dirty="0">
                <a:solidFill>
                  <a:srgbClr val="000000"/>
                </a:solidFill>
                <a:latin typeface="PCHOUA+ArialMT"/>
                <a:cs typeface="Arial"/>
              </a:rPr>
              <a:t>, estudiante que utilice </a:t>
            </a:r>
            <a:r>
              <a:rPr lang="es-MX" sz="2000" i="1" dirty="0" err="1">
                <a:solidFill>
                  <a:srgbClr val="000000"/>
                </a:solidFill>
                <a:latin typeface="IHEXPQ+Arial-ItalicMT"/>
                <a:cs typeface="Arial"/>
              </a:rPr>
              <a:t>copy</a:t>
            </a:r>
            <a:r>
              <a:rPr lang="es-MX" sz="2000" i="1" dirty="0">
                <a:solidFill>
                  <a:srgbClr val="000000"/>
                </a:solidFill>
                <a:latin typeface="IHEXPQ+Arial-ItalicMT"/>
                <a:cs typeface="Arial"/>
              </a:rPr>
              <a:t> paste </a:t>
            </a:r>
            <a:r>
              <a:rPr lang="es-MX" sz="2000" dirty="0">
                <a:solidFill>
                  <a:srgbClr val="000000"/>
                </a:solidFill>
                <a:latin typeface="PCHOUA+ArialMT"/>
                <a:cs typeface="Arial"/>
              </a:rPr>
              <a:t>sin citar las fuentes de información en formato APA, no obtendrá calificación en su trabajo. </a:t>
            </a:r>
            <a:endParaRPr lang="es-MX" sz="2000" dirty="0">
              <a:solidFill>
                <a:srgbClr val="333333"/>
              </a:solidFill>
              <a:latin typeface="Lato Extended"/>
              <a:cs typeface="Arial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  <a:defRPr/>
            </a:pPr>
            <a:endParaRPr lang="es-ES_tradnl" altLang="es-ES" sz="2000" dirty="0">
              <a:solidFill>
                <a:srgbClr val="0098CD"/>
              </a:solidFill>
              <a:sym typeface="Arial Narrow" panose="020B0606020202030204" pitchFamily="34" charset="0"/>
            </a:endParaRPr>
          </a:p>
        </p:txBody>
      </p:sp>
      <p:sp>
        <p:nvSpPr>
          <p:cNvPr id="12293" name="Marcador de número de diapositiva 1">
            <a:extLst>
              <a:ext uri="{FF2B5EF4-FFF2-40B4-BE49-F238E27FC236}">
                <a16:creationId xmlns:a16="http://schemas.microsoft.com/office/drawing/2014/main" id="{90BAC3CF-BFE1-2D83-C62A-D09372E491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FAA90C17-E8CD-451E-B490-93475AE2BDB2}" type="slidenum">
              <a:rPr lang="es-ES_tradnl" altLang="es-ES" smtClean="0">
                <a:solidFill>
                  <a:srgbClr val="FFFFFF"/>
                </a:solidFill>
              </a:rPr>
              <a:pPr/>
              <a:t>7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355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>
            <a:extLst>
              <a:ext uri="{FF2B5EF4-FFF2-40B4-BE49-F238E27FC236}">
                <a16:creationId xmlns:a16="http://schemas.microsoft.com/office/drawing/2014/main" id="{FE0BDFB8-5802-86AC-32BF-80E33E80B0CF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F6C723A4-42C2-4358-B8DE-4203EEA20240}" type="slidenum">
              <a:rPr lang="es-ES_tradnl" altLang="es-ES" sz="1200">
                <a:solidFill>
                  <a:srgbClr val="FFFFFF"/>
                </a:solidFill>
              </a:rPr>
              <a:pPr algn="r" eaLnBrk="1"/>
              <a:t>8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D7F9B52A-9697-7766-5133-F7D25D61086F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Datos importantes</a:t>
            </a:r>
            <a:endParaRPr lang="es-ES_tradnl" altLang="es-ES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28F63E3-0D9F-B8E3-F286-8EF93216B2A3}"/>
              </a:ext>
            </a:extLst>
          </p:cNvPr>
          <p:cNvSpPr>
            <a:spLocks/>
          </p:cNvSpPr>
          <p:nvPr/>
        </p:nvSpPr>
        <p:spPr bwMode="auto">
          <a:xfrm>
            <a:off x="820738" y="1001713"/>
            <a:ext cx="7937500" cy="2554545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342900" indent="-342900">
              <a:buFont typeface="+mj-lt"/>
              <a:buAutoNum type="arabicPeriod" startAt="3"/>
              <a:defRPr/>
            </a:pPr>
            <a:r>
              <a:rPr lang="es-MX" sz="2000" b="1" dirty="0">
                <a:solidFill>
                  <a:srgbClr val="333333"/>
                </a:solidFill>
                <a:latin typeface="Lato Extended"/>
              </a:rPr>
              <a:t>Sesiones Presenciales y en línea</a:t>
            </a:r>
            <a:r>
              <a:rPr lang="es-MX" sz="2000" dirty="0">
                <a:solidFill>
                  <a:srgbClr val="333333"/>
                </a:solidFill>
                <a:latin typeface="Lato Extended"/>
              </a:rPr>
              <a:t>:</a:t>
            </a:r>
          </a:p>
          <a:p>
            <a:pPr marL="342900" indent="-342900">
              <a:buFont typeface="+mj-lt"/>
              <a:buAutoNum type="arabicPeriod" startAt="3"/>
              <a:defRPr/>
            </a:pPr>
            <a:endParaRPr lang="es-MX" sz="2000" dirty="0">
              <a:solidFill>
                <a:srgbClr val="333333"/>
              </a:solidFill>
              <a:latin typeface="Lato Extended"/>
            </a:endParaRPr>
          </a:p>
          <a:p>
            <a:pPr marL="742950" lvl="1" indent="-285750">
              <a:buFont typeface="+mj-lt"/>
              <a:buAutoNum type="arabicPeriod"/>
              <a:defRPr/>
            </a:pPr>
            <a:r>
              <a:rPr lang="es-MX" sz="2000" dirty="0">
                <a:solidFill>
                  <a:srgbClr val="333333"/>
                </a:solidFill>
                <a:latin typeface="Lato Extended"/>
              </a:rPr>
              <a:t>Las clases duran de 115 a 120 minutos .</a:t>
            </a:r>
          </a:p>
          <a:p>
            <a:pPr marL="742950" lvl="1" indent="-285750">
              <a:buFont typeface="+mj-lt"/>
              <a:buAutoNum type="arabicPeriod"/>
              <a:defRPr/>
            </a:pPr>
            <a:r>
              <a:rPr lang="es-MX" sz="2000" dirty="0">
                <a:solidFill>
                  <a:srgbClr val="333333"/>
                </a:solidFill>
                <a:latin typeface="Lato Extended"/>
                <a:cs typeface="Arial"/>
              </a:rPr>
              <a:t>Se llevarán a cabo los días:</a:t>
            </a:r>
          </a:p>
          <a:p>
            <a:pPr marL="742950" lvl="1" indent="-285750">
              <a:buFont typeface="+mj-lt"/>
              <a:buAutoNum type="arabicPeriod"/>
              <a:defRPr/>
            </a:pPr>
            <a:endParaRPr lang="es-MX" sz="2000" b="1" dirty="0">
              <a:solidFill>
                <a:srgbClr val="333333"/>
              </a:solidFill>
              <a:latin typeface="Lato Extended"/>
              <a:cs typeface="Arial"/>
            </a:endParaRPr>
          </a:p>
          <a:p>
            <a:pPr marL="457200" lvl="1" indent="0">
              <a:defRPr/>
            </a:pPr>
            <a:r>
              <a:rPr lang="es-MX" sz="2000" b="1" dirty="0">
                <a:solidFill>
                  <a:srgbClr val="FF0000"/>
                </a:solidFill>
                <a:latin typeface="Lato Extended"/>
                <a:cs typeface="Arial"/>
              </a:rPr>
              <a:t>Martes de 13:00 a 15:00 en línea </a:t>
            </a:r>
          </a:p>
          <a:p>
            <a:pPr marL="457200" lvl="1" indent="0">
              <a:defRPr/>
            </a:pPr>
            <a:endParaRPr lang="es-MX" sz="2000" b="1" dirty="0">
              <a:solidFill>
                <a:srgbClr val="FF0000"/>
              </a:solidFill>
              <a:latin typeface="Lato Extended"/>
              <a:cs typeface="Arial"/>
            </a:endParaRPr>
          </a:p>
          <a:p>
            <a:pPr marL="457200" lvl="1" indent="0">
              <a:defRPr/>
            </a:pPr>
            <a:r>
              <a:rPr lang="es-MX" sz="2000" b="1" dirty="0">
                <a:solidFill>
                  <a:srgbClr val="FF0000"/>
                </a:solidFill>
                <a:latin typeface="Lato Extended"/>
                <a:cs typeface="Arial"/>
              </a:rPr>
              <a:t>Viernes 09:00 a 11:00 y sábados 13:00 a 15:00 presencial.</a:t>
            </a:r>
            <a:endParaRPr lang="es-ES_tradnl" altLang="es-ES" sz="2000" dirty="0">
              <a:solidFill>
                <a:srgbClr val="0098CD"/>
              </a:solidFill>
              <a:sym typeface="Arial Narrow" panose="020B0606020202030204" pitchFamily="34" charset="0"/>
            </a:endParaRPr>
          </a:p>
        </p:txBody>
      </p:sp>
      <p:sp>
        <p:nvSpPr>
          <p:cNvPr id="13317" name="Marcador de número de diapositiva 1">
            <a:extLst>
              <a:ext uri="{FF2B5EF4-FFF2-40B4-BE49-F238E27FC236}">
                <a16:creationId xmlns:a16="http://schemas.microsoft.com/office/drawing/2014/main" id="{1D25C6A1-F610-2B4D-539F-867B0EF76D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057EBF78-0B23-4531-8CCA-5B60D8A135EC}" type="slidenum">
              <a:rPr lang="es-ES_tradnl" altLang="es-ES" smtClean="0">
                <a:solidFill>
                  <a:srgbClr val="FFFFFF"/>
                </a:solidFill>
              </a:rPr>
              <a:pPr/>
              <a:t>8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E5041CE6-4AB0-5B0B-0590-6E2B5EC2DB8C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B7D19FF2-1578-4BEF-A9C3-AB28CA3E8B2C}" type="slidenum">
              <a:rPr lang="es-ES_tradnl" altLang="es-ES" sz="1200">
                <a:solidFill>
                  <a:srgbClr val="FFFFFF"/>
                </a:solidFill>
              </a:rPr>
              <a:pPr algn="r" eaLnBrk="1"/>
              <a:t>9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2B07F2F-BB5D-F8C8-6E4B-96D95716E579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Objetivos</a:t>
            </a:r>
            <a:endParaRPr lang="es-ES_tradnl" altLang="es-ES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9CEDB0F-6FB3-A9DB-2616-6FD63607C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00138"/>
            <a:ext cx="7920235" cy="600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45720" rIns="45720" bIns="45720" anchor="t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s-ES" sz="2000" dirty="0"/>
              <a:t>La </a:t>
            </a:r>
            <a:r>
              <a:rPr lang="es-ES" sz="2000" b="1" dirty="0"/>
              <a:t>Unidad Curricular de Aprendizaje (UCA) "Ciencia de Datos"</a:t>
            </a:r>
            <a:r>
              <a:rPr lang="es-ES" sz="2000" dirty="0"/>
              <a:t> tiene como propósito principal que el estudiante:</a:t>
            </a:r>
          </a:p>
          <a:p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/>
              <a:t>Conozca y reconozca el campo de estudio:</a:t>
            </a:r>
            <a:r>
              <a:rPr lang="es-ES" sz="2000" dirty="0"/>
              <a:t> El estudiante debe familiarizarse con la disciplina de la ciencia de datos, sus principios fundamentales y su relevancia en el contexto actual.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/>
              <a:t>Identifique las herramientas, métodos y tecnología:</a:t>
            </a:r>
            <a:r>
              <a:rPr lang="es-ES" sz="2000" dirty="0"/>
              <a:t> Debe ser capaz de reconocer y comprender el uso de las diversas herramientas y metodologías que se emplean para trabajar con 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/>
              <a:t>Genere resultados significativos a partir de los datos:</a:t>
            </a:r>
            <a:r>
              <a:rPr lang="es-ES" sz="2000" dirty="0"/>
              <a:t> El objetivo final es que el estudiante pueda aplicar sus conocimientos para transformar datos en información valiosa y resultados que generen un impacto tangible dentro de una organización.</a:t>
            </a:r>
          </a:p>
          <a:p>
            <a:pPr algn="just">
              <a:lnSpc>
                <a:spcPct val="150000"/>
              </a:lnSpc>
            </a:pPr>
            <a:endParaRPr lang="es-MX" dirty="0"/>
          </a:p>
          <a:p>
            <a:pPr algn="just">
              <a:lnSpc>
                <a:spcPct val="150000"/>
              </a:lnSpc>
            </a:pP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</p:txBody>
      </p:sp>
      <p:sp>
        <p:nvSpPr>
          <p:cNvPr id="15365" name="Marcador de número de diapositiva 1">
            <a:extLst>
              <a:ext uri="{FF2B5EF4-FFF2-40B4-BE49-F238E27FC236}">
                <a16:creationId xmlns:a16="http://schemas.microsoft.com/office/drawing/2014/main" id="{D7E0BC1F-C60B-6C61-27E6-FCAA06D9DB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6BDB21C8-BEC5-4CA8-8E86-FD5EBC3DFA6E}" type="slidenum">
              <a:rPr lang="es-ES_tradnl" altLang="es-ES" smtClean="0">
                <a:solidFill>
                  <a:srgbClr val="FFFFFF"/>
                </a:solidFill>
              </a:rPr>
              <a:pPr/>
              <a:t>9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E5041CE6-4AB0-5B0B-0590-6E2B5EC2DB8C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B7D19FF2-1578-4BEF-A9C3-AB28CA3E8B2C}" type="slidenum">
              <a:rPr lang="es-ES_tradnl" altLang="es-ES" sz="1200">
                <a:solidFill>
                  <a:srgbClr val="FFFFFF"/>
                </a:solidFill>
              </a:rPr>
              <a:pPr algn="r" eaLnBrk="1"/>
              <a:t>10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2B07F2F-BB5D-F8C8-6E4B-96D95716E579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Temas</a:t>
            </a:r>
            <a:endParaRPr lang="es-ES_tradnl" altLang="es-ES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9CEDB0F-6FB3-A9DB-2616-6FD63607C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00138"/>
            <a:ext cx="7920235" cy="5446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45720" rIns="45720" bIns="45720" anchor="t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  <a:latin typeface="SNVWER+Helvetica"/>
                <a:cs typeface="Arial"/>
              </a:rPr>
              <a:t>Bloque </a:t>
            </a:r>
            <a:r>
              <a:rPr lang="es-ES" sz="2000" dirty="0">
                <a:solidFill>
                  <a:srgbClr val="000000"/>
                </a:solidFill>
                <a:latin typeface="SNVWER+Helvetica"/>
                <a:cs typeface="Arial"/>
              </a:rPr>
              <a:t>A) Conceptos generales de ciencia de datos</a:t>
            </a:r>
          </a:p>
          <a:p>
            <a:pPr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  <a:latin typeface="SNVWER+Helvetica"/>
                <a:cs typeface="Arial"/>
              </a:rPr>
              <a:t>Bloque B) Productos de datos</a:t>
            </a:r>
          </a:p>
          <a:p>
            <a:pPr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  <a:latin typeface="SNVWER+Helvetica"/>
                <a:cs typeface="Arial"/>
              </a:rPr>
              <a:t>Bloque C) Fuentes de datos</a:t>
            </a:r>
          </a:p>
          <a:p>
            <a:pPr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  <a:latin typeface="SNVWER+Helvetica"/>
                <a:cs typeface="Arial"/>
              </a:rPr>
              <a:t>Bloque </a:t>
            </a:r>
            <a:r>
              <a:rPr lang="es-ES" sz="2000" dirty="0">
                <a:solidFill>
                  <a:srgbClr val="000000"/>
                </a:solidFill>
                <a:latin typeface="SNVWER+Helvetica"/>
                <a:cs typeface="Arial"/>
              </a:rPr>
              <a:t>D) Grandes volúmenes de datos (Big Data) y analítica</a:t>
            </a: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  <a:latin typeface="SNVWER+Helvetica"/>
                <a:cs typeface="Arial"/>
              </a:rPr>
              <a:t>Bloque E) Procesos de ciencia de datos</a:t>
            </a:r>
          </a:p>
          <a:p>
            <a:pPr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  <a:latin typeface="SNVWER+Helvetica"/>
                <a:cs typeface="Arial"/>
              </a:rPr>
              <a:t>Bloque </a:t>
            </a:r>
            <a:r>
              <a:rPr lang="es-ES" sz="2000" dirty="0">
                <a:solidFill>
                  <a:srgbClr val="000000"/>
                </a:solidFill>
                <a:latin typeface="SNVWER+Helvetica"/>
                <a:cs typeface="Arial"/>
              </a:rPr>
              <a:t>F) Herramientas para proyectos de ciencia de datos</a:t>
            </a:r>
          </a:p>
          <a:p>
            <a:pPr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  <a:latin typeface="SNVWER+Helvetica"/>
                <a:cs typeface="Arial"/>
              </a:rPr>
              <a:t>Bloque </a:t>
            </a:r>
            <a:r>
              <a:rPr lang="es-ES" sz="2000" dirty="0">
                <a:solidFill>
                  <a:srgbClr val="000000"/>
                </a:solidFill>
                <a:latin typeface="SNVWER+Helvetica"/>
                <a:cs typeface="Arial"/>
              </a:rPr>
              <a:t>G) Aspectos éticos y legales de la ciencia de datos</a:t>
            </a: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dirty="0"/>
          </a:p>
          <a:p>
            <a:pPr algn="just">
              <a:lnSpc>
                <a:spcPct val="150000"/>
              </a:lnSpc>
            </a:pP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</p:txBody>
      </p:sp>
      <p:sp>
        <p:nvSpPr>
          <p:cNvPr id="15365" name="Marcador de número de diapositiva 1">
            <a:extLst>
              <a:ext uri="{FF2B5EF4-FFF2-40B4-BE49-F238E27FC236}">
                <a16:creationId xmlns:a16="http://schemas.microsoft.com/office/drawing/2014/main" id="{D7E0BC1F-C60B-6C61-27E6-FCAA06D9DB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6BDB21C8-BEC5-4CA8-8E86-FD5EBC3DFA6E}" type="slidenum">
              <a:rPr lang="es-ES_tradnl" altLang="es-ES" smtClean="0">
                <a:solidFill>
                  <a:srgbClr val="FFFFFF"/>
                </a:solidFill>
              </a:rPr>
              <a:pPr/>
              <a:t>10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559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E5041CE6-4AB0-5B0B-0590-6E2B5EC2DB8C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B7D19FF2-1578-4BEF-A9C3-AB28CA3E8B2C}" type="slidenum">
              <a:rPr lang="es-ES_tradnl" altLang="es-ES" sz="1200">
                <a:solidFill>
                  <a:srgbClr val="FFFFFF"/>
                </a:solidFill>
              </a:rPr>
              <a:pPr algn="r" eaLnBrk="1"/>
              <a:t>11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2B07F2F-BB5D-F8C8-6E4B-96D95716E579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84248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Problema prototípico: </a:t>
            </a:r>
            <a:r>
              <a:rPr lang="es-MX" sz="2800" dirty="0">
                <a:solidFill>
                  <a:srgbClr val="660033"/>
                </a:solidFill>
              </a:rPr>
              <a:t> Por definir</a:t>
            </a:r>
            <a:endParaRPr lang="es-ES_tradnl" altLang="es-ES" sz="2800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9CEDB0F-6FB3-A9DB-2616-6FD63607C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00138"/>
            <a:ext cx="7920235" cy="2629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45720" rIns="45720" bIns="45720" anchor="t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dirty="0"/>
          </a:p>
          <a:p>
            <a:pPr algn="just">
              <a:lnSpc>
                <a:spcPct val="150000"/>
              </a:lnSpc>
            </a:pP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3DFFBC03-53F1-059A-A0A9-54DFD6A8B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48" y="146710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Después de una exhaustiva investigación sobre el problema prototípico, se realizará un documento escrito el cual contará de los siguientes aspectos: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Portada</a:t>
            </a:r>
            <a:r>
              <a:rPr lang="es-MX" dirty="0">
                <a:solidFill>
                  <a:srgbClr val="660033"/>
                </a:solidFill>
              </a:rPr>
              <a:t>:</a:t>
            </a:r>
            <a:r>
              <a:rPr lang="es-MX" dirty="0"/>
              <a:t> Nombre original de la revista, logo de la universidad, ideas principales que contendrá la misma.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Introducción</a:t>
            </a:r>
            <a:r>
              <a:rPr lang="es-MX" dirty="0"/>
              <a:t>: investigación sobre el Problema Prototípico, así como un previo resumen de lo que contendrán las secciones siguientes.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Índice</a:t>
            </a:r>
            <a:r>
              <a:rPr lang="es-MX" dirty="0"/>
              <a:t>: El cual debe constar con el nombre de cada sección, así como las páginas correspondientes.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Sección de Álgebra Lineal</a:t>
            </a:r>
            <a:r>
              <a:rPr lang="es-MX" dirty="0"/>
              <a:t>: una investigación en la que se reflejen el uso de los temas nucleares de la asignatura vinculados al Problema Prototípico.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15365" name="Marcador de número de diapositiva 1">
            <a:extLst>
              <a:ext uri="{FF2B5EF4-FFF2-40B4-BE49-F238E27FC236}">
                <a16:creationId xmlns:a16="http://schemas.microsoft.com/office/drawing/2014/main" id="{D7E0BC1F-C60B-6C61-27E6-FCAA06D9DB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6BDB21C8-BEC5-4CA8-8E86-FD5EBC3DFA6E}" type="slidenum">
              <a:rPr lang="es-ES_tradnl" altLang="es-ES" smtClean="0">
                <a:solidFill>
                  <a:srgbClr val="FFFFFF"/>
                </a:solidFill>
              </a:rPr>
              <a:pPr/>
              <a:t>11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40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73863-C492-E89A-C243-67D438DD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9F116435-7584-E731-1086-C35B6534B6F3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B7D19FF2-1578-4BEF-A9C3-AB28CA3E8B2C}" type="slidenum">
              <a:rPr lang="es-ES_tradnl" altLang="es-ES" sz="1200">
                <a:solidFill>
                  <a:srgbClr val="FFFFFF"/>
                </a:solidFill>
              </a:rPr>
              <a:pPr algn="r" eaLnBrk="1"/>
              <a:t>12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49CAC48-C34F-3CF4-CB7C-EF6E60E03738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84248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Problema prototípico: </a:t>
            </a:r>
            <a:r>
              <a:rPr lang="es-MX" sz="2800" dirty="0">
                <a:solidFill>
                  <a:srgbClr val="660033"/>
                </a:solidFill>
              </a:rPr>
              <a:t>Por definir</a:t>
            </a:r>
            <a:endParaRPr lang="es-ES_tradnl" altLang="es-ES" sz="2800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B50A3F8-4D80-3A84-638B-629B5E072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00138"/>
            <a:ext cx="7920235" cy="2629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45720" rIns="45720" bIns="45720" anchor="t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dirty="0"/>
          </a:p>
          <a:p>
            <a:pPr algn="just">
              <a:lnSpc>
                <a:spcPct val="150000"/>
              </a:lnSpc>
            </a:pP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17EF5C0D-AB2A-6B8D-256A-51F246500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48" y="146710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Sección de Cálculo Diferencial</a:t>
            </a:r>
            <a:r>
              <a:rPr lang="es-MX" dirty="0"/>
              <a:t>: una investigación en la que se reflejen el uso de los temas nucleares de la asignatura vinculados al Problema Prototípico.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Sección de Estadística</a:t>
            </a:r>
            <a:r>
              <a:rPr lang="es-MX" dirty="0"/>
              <a:t>: una investigación en la que se reflejen el uso de los temas nucleares de la asignatura vinculados al Problema Prototípico.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Sección de Programación para la Ciencia de Datos</a:t>
            </a:r>
            <a:r>
              <a:rPr lang="es-MX" dirty="0"/>
              <a:t>: una investigación en la que se reflejen el uso de los temas nucleares de la asignatura vinculados al Problema Prototípico.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Sección de Redacción y Compilación de textos</a:t>
            </a:r>
            <a:r>
              <a:rPr lang="es-MX" dirty="0"/>
              <a:t>: una investigación en la que se reflejen el uso de los temas nucleares de la asignatura vinculados al Problema Prototípico.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15365" name="Marcador de número de diapositiva 1">
            <a:extLst>
              <a:ext uri="{FF2B5EF4-FFF2-40B4-BE49-F238E27FC236}">
                <a16:creationId xmlns:a16="http://schemas.microsoft.com/office/drawing/2014/main" id="{D257CAF0-AB2F-DED2-CEAC-151C28D15A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6BDB21C8-BEC5-4CA8-8E86-FD5EBC3DFA6E}" type="slidenum">
              <a:rPr lang="es-ES_tradnl" altLang="es-ES" smtClean="0">
                <a:solidFill>
                  <a:srgbClr val="FFFFFF"/>
                </a:solidFill>
              </a:rPr>
              <a:pPr/>
              <a:t>12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455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42EBA-D966-3E83-472A-E8D9AF4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1FB557CF-388E-70F6-B5BC-5B1B6A5FC1CB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B7D19FF2-1578-4BEF-A9C3-AB28CA3E8B2C}" type="slidenum">
              <a:rPr lang="es-ES_tradnl" altLang="es-ES" sz="1200">
                <a:solidFill>
                  <a:srgbClr val="FFFFFF"/>
                </a:solidFill>
              </a:rPr>
              <a:pPr algn="r" eaLnBrk="1"/>
              <a:t>13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7B2CA77-7087-EBDA-15A7-EE667E69F71A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84248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Problema prototípico: </a:t>
            </a:r>
            <a:r>
              <a:rPr lang="es-MX" sz="2800" dirty="0">
                <a:solidFill>
                  <a:srgbClr val="660033"/>
                </a:solidFill>
              </a:rPr>
              <a:t>Por definir</a:t>
            </a:r>
            <a:endParaRPr lang="es-ES_tradnl" altLang="es-ES" sz="2800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4F9117B2-9528-F9A9-0418-577B6E587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00138"/>
            <a:ext cx="7920235" cy="2629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45720" rIns="45720" bIns="45720" anchor="t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dirty="0"/>
          </a:p>
          <a:p>
            <a:pPr algn="just">
              <a:lnSpc>
                <a:spcPct val="150000"/>
              </a:lnSpc>
            </a:pP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7D9DC36F-BCAA-087E-ACB8-0F81058E6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48" y="146710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Sección de Asignatura Transversal</a:t>
            </a:r>
            <a:r>
              <a:rPr lang="es-MX" dirty="0"/>
              <a:t>: una investigación en la que se reflejen el uso de los temas nucleares de la asignatura vinculados al Problema Prototípico.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Propuestas de una solución o varias soluciones al problema prototípico</a:t>
            </a:r>
            <a:r>
              <a:rPr lang="es-MX" dirty="0"/>
              <a:t>: Los alumnos presentarán algunas propuestas para dar una posible solución al Problema Prototípico basada en la investigación previa y análisis realizado para cada asignatura.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Conclusiones: </a:t>
            </a:r>
            <a:r>
              <a:rPr lang="es-MX" dirty="0"/>
              <a:t>Presentar las conclusiones obtenidas en base a todo lo anterior de manera individual.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Contraportada:</a:t>
            </a:r>
            <a:r>
              <a:rPr lang="es-MX" dirty="0"/>
              <a:t> Nombre de los estudiantes, código QR de la revista, número de edición, un resumen del contenido de esta.</a:t>
            </a:r>
          </a:p>
        </p:txBody>
      </p:sp>
      <p:sp>
        <p:nvSpPr>
          <p:cNvPr id="15365" name="Marcador de número de diapositiva 1">
            <a:extLst>
              <a:ext uri="{FF2B5EF4-FFF2-40B4-BE49-F238E27FC236}">
                <a16:creationId xmlns:a16="http://schemas.microsoft.com/office/drawing/2014/main" id="{68A3F65F-38EF-2C47-6AE2-3DD6239E92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6BDB21C8-BEC5-4CA8-8E86-FD5EBC3DFA6E}" type="slidenum">
              <a:rPr lang="es-ES_tradnl" altLang="es-ES" smtClean="0">
                <a:solidFill>
                  <a:srgbClr val="FFFFFF"/>
                </a:solidFill>
              </a:rPr>
              <a:pPr/>
              <a:t>13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854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71677D-4945-5275-8827-973C5BD27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2C4FB348-F66A-CB3D-C2BD-D58309A4919F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B7D19FF2-1578-4BEF-A9C3-AB28CA3E8B2C}" type="slidenum">
              <a:rPr lang="es-ES_tradnl" altLang="es-ES" sz="1200">
                <a:solidFill>
                  <a:srgbClr val="FFFFFF"/>
                </a:solidFill>
              </a:rPr>
              <a:pPr algn="r" eaLnBrk="1"/>
              <a:t>14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6F3F411-BBA5-24DE-1EB8-C8DAB720895C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84248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Problema prototípico: </a:t>
            </a:r>
            <a:r>
              <a:rPr lang="es-MX" sz="2800" dirty="0">
                <a:solidFill>
                  <a:srgbClr val="660033"/>
                </a:solidFill>
              </a:rPr>
              <a:t>Por definir</a:t>
            </a:r>
            <a:endParaRPr lang="es-ES_tradnl" altLang="es-ES" sz="2800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5255D5A0-EC21-69F9-648C-509B2DC51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00138"/>
            <a:ext cx="7920235" cy="2629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45720" rIns="45720" bIns="45720" anchor="t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18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dirty="0"/>
          </a:p>
          <a:p>
            <a:pPr algn="just">
              <a:lnSpc>
                <a:spcPct val="150000"/>
              </a:lnSpc>
            </a:pP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s-MX" sz="2000" dirty="0">
              <a:solidFill>
                <a:srgbClr val="000000"/>
              </a:solidFill>
              <a:latin typeface="SNVWER+Helvetica"/>
              <a:cs typeface="Arial"/>
            </a:endParaRPr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BD63023C-52FB-9EFC-6582-9304770FA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48" y="146710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Además de lo anterior se tomarán en cuenta las siguientes observaciones: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Calidad del material</a:t>
            </a:r>
            <a:r>
              <a:rPr lang="es-MX" dirty="0"/>
              <a:t>: Utiliza imágenes, gráficos, infografías, tipografía de acuerdo con el tema.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Presentación del tema</a:t>
            </a:r>
            <a:r>
              <a:rPr lang="es-MX" dirty="0"/>
              <a:t>: Presenta las ideas claras en cada sección de la revista y dan respuestas a los incidentes críticos de cada materia.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Originalidad:</a:t>
            </a:r>
            <a:r>
              <a:rPr lang="es-MX" dirty="0"/>
              <a:t> Presenta información veraz y descrita desde su punto de vista (no tendrán validez escritos que hayan sido copiados, literalmente, de otras fuentes)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Ortografía:</a:t>
            </a:r>
            <a:r>
              <a:rPr lang="es-MX" dirty="0"/>
              <a:t> Carece de errores ortográficos.</a:t>
            </a:r>
          </a:p>
          <a:p>
            <a:pPr marL="0" indent="0">
              <a:buNone/>
            </a:pPr>
            <a:r>
              <a:rPr lang="es-MX" dirty="0"/>
              <a:t>•	</a:t>
            </a:r>
            <a:r>
              <a:rPr lang="es-MX" b="1" dirty="0">
                <a:solidFill>
                  <a:srgbClr val="660033"/>
                </a:solidFill>
              </a:rPr>
              <a:t>Bibliografía:</a:t>
            </a:r>
            <a:r>
              <a:rPr lang="es-MX" dirty="0"/>
              <a:t> Presenta bibliografía en cada una de las secciones en formato APA 7ma. Edición.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Este documento será evaluado por medio de una rúbrica.</a:t>
            </a:r>
          </a:p>
        </p:txBody>
      </p:sp>
      <p:sp>
        <p:nvSpPr>
          <p:cNvPr id="15365" name="Marcador de número de diapositiva 1">
            <a:extLst>
              <a:ext uri="{FF2B5EF4-FFF2-40B4-BE49-F238E27FC236}">
                <a16:creationId xmlns:a16="http://schemas.microsoft.com/office/drawing/2014/main" id="{388FB9F0-1211-2617-6A80-1C137269C0F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6BDB21C8-BEC5-4CA8-8E86-FD5EBC3DFA6E}" type="slidenum">
              <a:rPr lang="es-ES_tradnl" altLang="es-ES" smtClean="0">
                <a:solidFill>
                  <a:srgbClr val="FFFFFF"/>
                </a:solidFill>
              </a:rPr>
              <a:pPr/>
              <a:t>14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848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00B6A73A-76E7-7162-D26E-4D12D8E44793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94E098B9-AB88-4802-AA2A-264F06729C6A}" type="slidenum">
              <a:rPr lang="es-ES_tradnl" altLang="es-ES" sz="1200">
                <a:solidFill>
                  <a:srgbClr val="FFFFFF"/>
                </a:solidFill>
              </a:rPr>
              <a:pPr algn="r" eaLnBrk="1"/>
              <a:t>15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318A98C-9C3B-4738-1A09-3AA1846FD7AC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Forma de trabajo</a:t>
            </a:r>
            <a:endParaRPr lang="es-ES_tradnl" altLang="es-ES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7AA7E4E-6196-A906-B6EE-D9C46EF6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81075"/>
            <a:ext cx="7500937" cy="4197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 eaLnBrk="1">
              <a:lnSpc>
                <a:spcPct val="150000"/>
              </a:lnSpc>
              <a:buClr>
                <a:srgbClr val="0098CD"/>
              </a:buClr>
              <a:buSzPct val="50000"/>
            </a:pPr>
            <a:r>
              <a:rPr lang="es-MX" altLang="es-MX" sz="2000" dirty="0">
                <a:solidFill>
                  <a:srgbClr val="000000"/>
                </a:solidFill>
                <a:latin typeface="PCHOUA+ArialMT"/>
              </a:rPr>
              <a:t>• </a:t>
            </a:r>
            <a:r>
              <a:rPr lang="es-MX" altLang="es-MX" sz="2000" b="1" dirty="0">
                <a:solidFill>
                  <a:srgbClr val="000000"/>
                </a:solidFill>
                <a:latin typeface="GOMFFF+Arial-BoldMT"/>
              </a:rPr>
              <a:t>Trabajo</a:t>
            </a:r>
            <a:r>
              <a:rPr lang="es-MX" altLang="es-MX" sz="2000" dirty="0">
                <a:solidFill>
                  <a:srgbClr val="000000"/>
                </a:solidFill>
                <a:latin typeface="PCHOUA+ArialMT"/>
              </a:rPr>
              <a:t>. Se trata de actividades de diferentes tipos: reflexión, análisis de casos, prácticas, entre otros. </a:t>
            </a:r>
          </a:p>
          <a:p>
            <a:pPr algn="just" eaLnBrk="1">
              <a:lnSpc>
                <a:spcPct val="150000"/>
              </a:lnSpc>
              <a:buClr>
                <a:srgbClr val="0098CD"/>
              </a:buClr>
              <a:buSzPct val="50000"/>
            </a:pPr>
            <a:r>
              <a:rPr lang="es-MX" altLang="es-MX" sz="2000" dirty="0">
                <a:solidFill>
                  <a:srgbClr val="000000"/>
                </a:solidFill>
                <a:latin typeface="PCHOUA+ArialMT"/>
              </a:rPr>
              <a:t>• </a:t>
            </a:r>
            <a:r>
              <a:rPr lang="es-MX" altLang="es-MX" sz="2000" b="1" dirty="0">
                <a:solidFill>
                  <a:srgbClr val="000000"/>
                </a:solidFill>
                <a:latin typeface="GOMFFF+Arial-BoldMT"/>
              </a:rPr>
              <a:t>Casos prácticos</a:t>
            </a:r>
            <a:r>
              <a:rPr lang="es-MX" altLang="es-MX" sz="2000" dirty="0">
                <a:solidFill>
                  <a:srgbClr val="000000"/>
                </a:solidFill>
                <a:latin typeface="PCHOUA+ArialMT"/>
              </a:rPr>
              <a:t>. Situarán al alumno ante situaciones reales que tendrán que analizar y tras ello tomar decisiones, evaluar consecuencias y alternativas. </a:t>
            </a:r>
          </a:p>
          <a:p>
            <a:pPr algn="just" eaLnBrk="1">
              <a:lnSpc>
                <a:spcPct val="150000"/>
              </a:lnSpc>
              <a:buClr>
                <a:srgbClr val="0098CD"/>
              </a:buClr>
              <a:buSzPct val="50000"/>
            </a:pPr>
            <a:r>
              <a:rPr lang="es-MX" altLang="es-MX" sz="2000" dirty="0">
                <a:solidFill>
                  <a:srgbClr val="000000"/>
                </a:solidFill>
                <a:latin typeface="PCHOUA+ArialMT"/>
              </a:rPr>
              <a:t>• </a:t>
            </a:r>
            <a:r>
              <a:rPr lang="es-MX" altLang="es-MX" sz="2000" b="1" dirty="0">
                <a:solidFill>
                  <a:srgbClr val="000000"/>
                </a:solidFill>
                <a:latin typeface="GOMFFF+Arial-BoldMT"/>
              </a:rPr>
              <a:t>Participación en eventos</a:t>
            </a:r>
            <a:r>
              <a:rPr lang="es-MX" altLang="es-MX" sz="2000" dirty="0">
                <a:solidFill>
                  <a:srgbClr val="000000"/>
                </a:solidFill>
                <a:latin typeface="PCHOUA+ArialMT"/>
              </a:rPr>
              <a:t>. Son eventos programados todas las semanas del cuatrimestre: </a:t>
            </a:r>
            <a:r>
              <a:rPr lang="es-MX" altLang="es-MX" sz="2000" b="1" dirty="0">
                <a:solidFill>
                  <a:srgbClr val="000000"/>
                </a:solidFill>
                <a:latin typeface="GOMFFF+Arial-BoldMT"/>
              </a:rPr>
              <a:t>sesiones presenciales</a:t>
            </a:r>
            <a:r>
              <a:rPr lang="es-MX" altLang="es-MX" sz="2000" dirty="0">
                <a:solidFill>
                  <a:srgbClr val="000000"/>
                </a:solidFill>
                <a:latin typeface="PCHOUA+ArialMT"/>
              </a:rPr>
              <a:t>, </a:t>
            </a:r>
            <a:r>
              <a:rPr lang="es-MX" altLang="es-MX" sz="2000" b="1" dirty="0">
                <a:solidFill>
                  <a:srgbClr val="000000"/>
                </a:solidFill>
                <a:latin typeface="GOMFFF+Arial-BoldMT"/>
              </a:rPr>
              <a:t>foros de debate. </a:t>
            </a:r>
          </a:p>
          <a:p>
            <a:pPr algn="just" eaLnBrk="1">
              <a:lnSpc>
                <a:spcPct val="150000"/>
              </a:lnSpc>
              <a:buClr>
                <a:srgbClr val="0098CD"/>
              </a:buClr>
              <a:buSzPct val="50000"/>
            </a:pPr>
            <a:r>
              <a:rPr lang="es-MX" altLang="es-MX" sz="2000" dirty="0">
                <a:solidFill>
                  <a:srgbClr val="000000"/>
                </a:solidFill>
                <a:latin typeface="PCHOUA+ArialMT"/>
              </a:rPr>
              <a:t>• </a:t>
            </a:r>
            <a:r>
              <a:rPr lang="es-MX" altLang="es-MX" sz="2000" b="1" dirty="0">
                <a:solidFill>
                  <a:srgbClr val="000000"/>
                </a:solidFill>
                <a:latin typeface="GOMFFF+Arial-BoldMT"/>
              </a:rPr>
              <a:t>Estudio personal. </a:t>
            </a:r>
          </a:p>
          <a:p>
            <a:pPr algn="just" eaLnBrk="1">
              <a:lnSpc>
                <a:spcPct val="150000"/>
              </a:lnSpc>
              <a:buClr>
                <a:srgbClr val="0098CD"/>
              </a:buClr>
              <a:buSzPct val="50000"/>
            </a:pPr>
            <a:endParaRPr lang="es-ES_tradnl" altLang="es-ES" sz="2000" dirty="0">
              <a:solidFill>
                <a:srgbClr val="0098CD"/>
              </a:solidFill>
              <a:latin typeface="Arial "/>
              <a:sym typeface="Arial Narrow" panose="020B0606020202030204" pitchFamily="34" charset="0"/>
            </a:endParaRPr>
          </a:p>
        </p:txBody>
      </p:sp>
      <p:sp>
        <p:nvSpPr>
          <p:cNvPr id="16389" name="Marcador de número de diapositiva 1">
            <a:extLst>
              <a:ext uri="{FF2B5EF4-FFF2-40B4-BE49-F238E27FC236}">
                <a16:creationId xmlns:a16="http://schemas.microsoft.com/office/drawing/2014/main" id="{1E844A01-83B4-059A-F74A-E7672DCD44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A08DAE51-E27C-46C7-B3CE-B24198786890}" type="slidenum">
              <a:rPr lang="es-ES_tradnl" altLang="es-ES" smtClean="0">
                <a:solidFill>
                  <a:srgbClr val="FFFFFF"/>
                </a:solidFill>
              </a:rPr>
              <a:pPr/>
              <a:t>15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696A42C7-EF15-8F66-9F55-C6DD8037995A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7FF9709F-2347-48D7-AF60-1AD4394E8B24}" type="slidenum">
              <a:rPr lang="es-ES_tradnl" altLang="es-ES" sz="1200">
                <a:solidFill>
                  <a:srgbClr val="FFFFFF"/>
                </a:solidFill>
              </a:rPr>
              <a:pPr algn="r" eaLnBrk="1"/>
              <a:t>16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DC22591-04AF-005C-1A19-3CEBC75DDA70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660033"/>
                </a:solidFill>
                <a:sym typeface="Arial Narrow" panose="020B0606020202030204" pitchFamily="34" charset="0"/>
              </a:rPr>
              <a:t>Sugerencias</a:t>
            </a:r>
            <a:endParaRPr lang="es-ES_tradnl" altLang="es-ES" dirty="0">
              <a:solidFill>
                <a:srgbClr val="660033"/>
              </a:solidFill>
              <a:sym typeface="Arial Narrow" panose="020B0606020202030204" pitchFamily="34" charset="0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B3ECA71B-E965-E640-CA64-24A7C1D9C0F1}"/>
              </a:ext>
            </a:extLst>
          </p:cNvPr>
          <p:cNvSpPr>
            <a:spLocks/>
          </p:cNvSpPr>
          <p:nvPr/>
        </p:nvSpPr>
        <p:spPr bwMode="auto">
          <a:xfrm>
            <a:off x="287338" y="1125538"/>
            <a:ext cx="8569325" cy="5111015"/>
          </a:xfrm>
          <a:prstGeom prst="rect">
            <a:avLst/>
          </a:prstGeom>
          <a:noFill/>
          <a:ln>
            <a:noFill/>
          </a:ln>
        </p:spPr>
        <p:txBody>
          <a:bodyPr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>
              <a:lnSpc>
                <a:spcPct val="150000"/>
              </a:lnSpc>
              <a:buClr>
                <a:srgbClr val="0098CD"/>
              </a:buClr>
              <a:buSzPct val="50000"/>
              <a:defRPr/>
            </a:pPr>
            <a:r>
              <a:rPr lang="es-MX" sz="2800" dirty="0">
                <a:solidFill>
                  <a:srgbClr val="000000"/>
                </a:solidFill>
                <a:latin typeface="PCHOUA+ArialMT"/>
              </a:rPr>
              <a:t> </a:t>
            </a:r>
            <a:r>
              <a:rPr lang="es-MX" sz="2400" dirty="0">
                <a:solidFill>
                  <a:srgbClr val="000000"/>
                </a:solidFill>
                <a:latin typeface="PCHOUA+ArialMT"/>
              </a:rPr>
              <a:t>Organizar tu tiempo de estudio </a:t>
            </a:r>
          </a:p>
          <a:p>
            <a:pPr marL="0" indent="0" algn="ctr" eaLnBrk="1">
              <a:lnSpc>
                <a:spcPct val="150000"/>
              </a:lnSpc>
              <a:buClr>
                <a:srgbClr val="0098CD"/>
              </a:buClr>
              <a:buSzPct val="50000"/>
              <a:defRPr/>
            </a:pPr>
            <a:r>
              <a:rPr lang="es-MX" sz="2400" dirty="0">
                <a:solidFill>
                  <a:srgbClr val="000000"/>
                </a:solidFill>
                <a:latin typeface="PCHOUA+ArialMT"/>
              </a:rPr>
              <a:t>– Plan de trabajo</a:t>
            </a:r>
          </a:p>
          <a:p>
            <a:pPr marL="0" indent="0" algn="ctr" eaLnBrk="1">
              <a:lnSpc>
                <a:spcPct val="150000"/>
              </a:lnSpc>
              <a:buClr>
                <a:srgbClr val="0098CD"/>
              </a:buClr>
              <a:buSzPct val="50000"/>
              <a:defRPr/>
            </a:pPr>
            <a:r>
              <a:rPr lang="es-MX" sz="2400" dirty="0">
                <a:solidFill>
                  <a:srgbClr val="000000"/>
                </a:solidFill>
                <a:latin typeface="PCHOUA+ArialMT"/>
              </a:rPr>
              <a:t>– Programación semanal </a:t>
            </a:r>
          </a:p>
          <a:p>
            <a:pPr marL="0" indent="0" algn="ctr" eaLnBrk="1">
              <a:lnSpc>
                <a:spcPct val="150000"/>
              </a:lnSpc>
              <a:buClr>
                <a:srgbClr val="0098CD"/>
              </a:buClr>
              <a:buSzPct val="50000"/>
              <a:defRPr/>
            </a:pPr>
            <a:r>
              <a:rPr lang="es-MX" sz="2400" dirty="0">
                <a:solidFill>
                  <a:srgbClr val="000000"/>
                </a:solidFill>
                <a:latin typeface="PCHOUA+ArialMT"/>
              </a:rPr>
              <a:t>– Ideas claves del tema y material complementario </a:t>
            </a:r>
          </a:p>
          <a:p>
            <a:pPr marL="0" indent="0" algn="ctr" eaLnBrk="1">
              <a:lnSpc>
                <a:spcPct val="150000"/>
              </a:lnSpc>
              <a:buClr>
                <a:srgbClr val="0098CD"/>
              </a:buClr>
              <a:buSzPct val="50000"/>
              <a:defRPr/>
            </a:pPr>
            <a:r>
              <a:rPr lang="es-MX" sz="2400" dirty="0">
                <a:solidFill>
                  <a:srgbClr val="000000"/>
                </a:solidFill>
                <a:latin typeface="PCHOUA+ArialMT"/>
              </a:rPr>
              <a:t>– Trabajo práctico (sección Actividades y Test) </a:t>
            </a:r>
          </a:p>
          <a:p>
            <a:pPr marL="0" indent="0" algn="ctr" eaLnBrk="1">
              <a:lnSpc>
                <a:spcPct val="150000"/>
              </a:lnSpc>
              <a:buClr>
                <a:srgbClr val="0098CD"/>
              </a:buClr>
              <a:buSzPct val="50000"/>
              <a:defRPr/>
            </a:pPr>
            <a:endParaRPr lang="es-MX" sz="2400" dirty="0">
              <a:solidFill>
                <a:srgbClr val="000000"/>
              </a:solidFill>
              <a:latin typeface="PCHOUA+ArialMT"/>
            </a:endParaRPr>
          </a:p>
          <a:p>
            <a:pPr marL="0" indent="0" algn="ctr" eaLnBrk="1">
              <a:lnSpc>
                <a:spcPct val="150000"/>
              </a:lnSpc>
              <a:buClr>
                <a:srgbClr val="0098CD"/>
              </a:buClr>
              <a:buSzPct val="50000"/>
              <a:defRPr/>
            </a:pPr>
            <a:endParaRPr lang="es-MX" sz="2400" dirty="0">
              <a:solidFill>
                <a:srgbClr val="000000"/>
              </a:solidFill>
              <a:latin typeface="PCHOUA+ArialMT"/>
            </a:endParaRPr>
          </a:p>
          <a:p>
            <a:pPr marL="0" indent="0" algn="ctr" eaLnBrk="1">
              <a:lnSpc>
                <a:spcPct val="150000"/>
              </a:lnSpc>
              <a:buClr>
                <a:srgbClr val="0098CD"/>
              </a:buClr>
              <a:buSzPct val="50000"/>
              <a:defRPr/>
            </a:pPr>
            <a:endParaRPr lang="es-MX" sz="2400" dirty="0">
              <a:solidFill>
                <a:srgbClr val="000000"/>
              </a:solidFill>
              <a:latin typeface="PCHOUA+ArialMT"/>
            </a:endParaRPr>
          </a:p>
          <a:p>
            <a:pPr marL="0" indent="0" algn="ctr" eaLnBrk="1">
              <a:lnSpc>
                <a:spcPct val="150000"/>
              </a:lnSpc>
              <a:buClr>
                <a:srgbClr val="0098CD"/>
              </a:buClr>
              <a:buSzPct val="50000"/>
              <a:defRPr/>
            </a:pPr>
            <a:r>
              <a:rPr lang="es-MX" sz="2400" dirty="0">
                <a:solidFill>
                  <a:srgbClr val="000000"/>
                </a:solidFill>
                <a:latin typeface="PCHOUA+ArialMT"/>
              </a:rPr>
              <a:t> </a:t>
            </a:r>
            <a:endParaRPr lang="es-ES_tradnl" altLang="es-ES" sz="2800" dirty="0">
              <a:solidFill>
                <a:schemeClr val="accent6">
                  <a:lumMod val="75000"/>
                </a:schemeClr>
              </a:solidFill>
              <a:latin typeface="Arial "/>
              <a:sym typeface="Arial Narrow" panose="020B0606020202030204" pitchFamily="34" charset="0"/>
            </a:endParaRPr>
          </a:p>
        </p:txBody>
      </p:sp>
      <p:sp>
        <p:nvSpPr>
          <p:cNvPr id="20485" name="Marcador de número de diapositiva 1">
            <a:extLst>
              <a:ext uri="{FF2B5EF4-FFF2-40B4-BE49-F238E27FC236}">
                <a16:creationId xmlns:a16="http://schemas.microsoft.com/office/drawing/2014/main" id="{24F7E7BD-7B35-A103-E834-02E3EE20D55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0950" y="6559550"/>
            <a:ext cx="273050" cy="173038"/>
          </a:xfrm>
          <a:prstGeom prst="rect">
            <a:avLst/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D1F1557E-CE8F-46F1-B121-E43A6CADC21D}" type="slidenum">
              <a:rPr lang="es-ES_tradnl" altLang="es-ES" smtClean="0">
                <a:solidFill>
                  <a:srgbClr val="FFFFFF"/>
                </a:solidFill>
              </a:rPr>
              <a:pPr/>
              <a:t>16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1308BE-B898-A068-F253-3237905B99E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1560" y="1340768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s-MX" dirty="0"/>
              <a:t>Sala de </a:t>
            </a:r>
            <a:r>
              <a:rPr lang="es-MX" dirty="0" err="1"/>
              <a:t>Meet</a:t>
            </a:r>
            <a:endParaRPr lang="es-MX" dirty="0"/>
          </a:p>
          <a:p>
            <a:pPr marL="0" indent="0">
              <a:buNone/>
            </a:pPr>
            <a:r>
              <a:rPr lang="es-MX" dirty="0">
                <a:hlinkClick r:id="rId2"/>
              </a:rPr>
              <a:t>https://meet.google.com/hnq-diqt-ndm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Sala de </a:t>
            </a:r>
            <a:r>
              <a:rPr lang="es-MX" dirty="0" err="1"/>
              <a:t>Classroom</a:t>
            </a:r>
            <a:endParaRPr lang="es-MX" dirty="0"/>
          </a:p>
          <a:p>
            <a:pPr marL="0" indent="0">
              <a:buNone/>
            </a:pPr>
            <a:r>
              <a:rPr lang="es-MX" dirty="0">
                <a:hlinkClick r:id="rId3"/>
              </a:rPr>
              <a:t>https://classroom.google.com/c/Nzk0MTM0MjIxNTI4?cjc=6z5c24ft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Código de la clase:   6z5c24ft</a:t>
            </a:r>
          </a:p>
        </p:txBody>
      </p:sp>
    </p:spTree>
    <p:extLst>
      <p:ext uri="{BB962C8B-B14F-4D97-AF65-F5344CB8AC3E}">
        <p14:creationId xmlns:p14="http://schemas.microsoft.com/office/powerpoint/2010/main" val="2160373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CA9C7C6-BA45-627C-EA23-BBB8AD83FCCA}"/>
              </a:ext>
            </a:extLst>
          </p:cNvPr>
          <p:cNvSpPr>
            <a:spLocks/>
          </p:cNvSpPr>
          <p:nvPr/>
        </p:nvSpPr>
        <p:spPr bwMode="auto">
          <a:xfrm>
            <a:off x="1043608" y="5661248"/>
            <a:ext cx="7722627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none"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200" dirty="0">
                <a:solidFill>
                  <a:srgbClr val="989898"/>
                </a:solidFill>
                <a:sym typeface="Arial Narrow" panose="020B0606020202030204" pitchFamily="34" charset="0"/>
                <a:hlinkClick r:id="rId3"/>
              </a:rPr>
              <a:t>https://rcastellanos.cdmx.gob.mx/instituto-rosario-castellanos</a:t>
            </a:r>
            <a:endParaRPr lang="es-ES_tradnl" altLang="es-ES" sz="2200" dirty="0">
              <a:solidFill>
                <a:srgbClr val="989898"/>
              </a:solidFill>
              <a:sym typeface="Arial Narrow" panose="020B0606020202030204" pitchFamily="34" charset="0"/>
            </a:endParaRPr>
          </a:p>
          <a:p>
            <a:pPr eaLnBrk="1"/>
            <a:endParaRPr lang="es-ES_tradnl" altLang="es-ES" sz="2200" dirty="0">
              <a:solidFill>
                <a:srgbClr val="989898"/>
              </a:solidFill>
              <a:sym typeface="Arial Narrow" panose="020B0606020202030204" pitchFamily="34" charset="0"/>
            </a:endParaRPr>
          </a:p>
          <a:p>
            <a:pPr eaLnBrk="1"/>
            <a:endParaRPr lang="es-ES_tradnl" altLang="es-ES" dirty="0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33EBE9-E8C4-336A-CD27-DF711C9CA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2708920"/>
            <a:ext cx="7583536" cy="108336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theme/theme1.xml><?xml version="1.0" encoding="utf-8"?>
<a:theme xmlns:a="http://schemas.openxmlformats.org/drawingml/2006/main" name="Default">
  <a:themeElements>
    <a:clrScheme name="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0F7EC5"/>
      </a:accent1>
      <a:accent2>
        <a:srgbClr val="11A1FF"/>
      </a:accent2>
      <a:accent3>
        <a:srgbClr val="FFFFFF"/>
      </a:accent3>
      <a:accent4>
        <a:srgbClr val="464646"/>
      </a:accent4>
      <a:accent5>
        <a:srgbClr val="AAC0DF"/>
      </a:accent5>
      <a:accent6>
        <a:srgbClr val="0E91E7"/>
      </a:accent6>
      <a:hlink>
        <a:srgbClr val="0000FF"/>
      </a:hlink>
      <a:folHlink>
        <a:srgbClr val="FF00FF"/>
      </a:folHlink>
    </a:clrScheme>
    <a:fontScheme name="Default">
      <a:majorFont>
        <a:latin typeface="Arial Narrow"/>
        <a:ea typeface="Arial Narrow"/>
        <a:cs typeface="Arial Narrow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F7EC5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800" b="0" i="0" u="none" strike="noStrike" cap="none" normalizeH="0" baseline="0">
            <a:ln>
              <a:noFill/>
            </a:ln>
            <a:solidFill>
              <a:srgbClr val="535353"/>
            </a:solidFill>
            <a:effectLst/>
            <a:latin typeface="Arial" charset="0"/>
            <a:ea typeface="Arial" charset="0"/>
            <a:cs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F7EC5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800" b="0" i="0" u="none" strike="noStrike" cap="none" normalizeH="0" baseline="0">
            <a:ln>
              <a:noFill/>
            </a:ln>
            <a:solidFill>
              <a:srgbClr val="535353"/>
            </a:solidFill>
            <a:effectLst/>
            <a:latin typeface="Arial" charset="0"/>
            <a:ea typeface="Arial" charset="0"/>
            <a:cs typeface="Arial" charset="0"/>
            <a:sym typeface="Arial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F7EC5"/>
      </a:accent1>
      <a:accent2>
        <a:srgbClr val="11A1FF"/>
      </a:accent2>
      <a:accent3>
        <a:srgbClr val="FFFFFF"/>
      </a:accent3>
      <a:accent4>
        <a:srgbClr val="000000"/>
      </a:accent4>
      <a:accent5>
        <a:srgbClr val="AAC0DF"/>
      </a:accent5>
      <a:accent6>
        <a:srgbClr val="0E91E7"/>
      </a:accent6>
      <a:hlink>
        <a:srgbClr val="000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13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14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ppt/theme/themeOverride15.xml><?xml version="1.0" encoding="utf-8"?>
<a:themeOverride xmlns:a="http://schemas.openxmlformats.org/drawingml/2006/main">
  <a:clrScheme name="">
    <a:dk1>
      <a:srgbClr val="535353"/>
    </a:dk1>
    <a:lt1>
      <a:srgbClr val="FFFFFF"/>
    </a:lt1>
    <a:dk2>
      <a:srgbClr val="A7A7A7"/>
    </a:dk2>
    <a:lt2>
      <a:srgbClr val="535353"/>
    </a:lt2>
    <a:accent1>
      <a:srgbClr val="0F7EC5"/>
    </a:accent1>
    <a:accent2>
      <a:srgbClr val="11A1FF"/>
    </a:accent2>
    <a:accent3>
      <a:srgbClr val="FFFFFF"/>
    </a:accent3>
    <a:accent4>
      <a:srgbClr val="464646"/>
    </a:accent4>
    <a:accent5>
      <a:srgbClr val="AAC0DF"/>
    </a:accent5>
    <a:accent6>
      <a:srgbClr val="0E91E7"/>
    </a:accent6>
    <a:hlink>
      <a:srgbClr val="0000FF"/>
    </a:hlink>
    <a:folHlink>
      <a:srgbClr val="FF00F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31DB2F8A0633468A088D4C4EF0ECAC" ma:contentTypeVersion="8" ma:contentTypeDescription="Crear nuevo documento." ma:contentTypeScope="" ma:versionID="7464c46148d65bff4629ec072d6092fc">
  <xsd:schema xmlns:xsd="http://www.w3.org/2001/XMLSchema" xmlns:xs="http://www.w3.org/2001/XMLSchema" xmlns:p="http://schemas.microsoft.com/office/2006/metadata/properties" xmlns:ns2="0a70e875-3d35-4be2-921f-7117c31bab9b" xmlns:ns3="86bd8031-ab11-4a91-90a1-e866086aecbd" targetNamespace="http://schemas.microsoft.com/office/2006/metadata/properties" ma:root="true" ma:fieldsID="f157d4b402152e02d5c1c78ee8cc7dc2" ns2:_="" ns3:_="">
    <xsd:import namespace="0a70e875-3d35-4be2-921f-7117c31bab9b"/>
    <xsd:import namespace="86bd8031-ab11-4a91-90a1-e866086aecb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bd8031-ab11-4a91-90a1-e866086aec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7D5CDBA4-07D3-4620-9CA8-CA274DC196C7}">
  <ds:schemaRefs>
    <ds:schemaRef ds:uri="http://purl.org/dc/terms/"/>
    <ds:schemaRef ds:uri="http://schemas.microsoft.com/office/infopath/2007/PartnerControls"/>
    <ds:schemaRef ds:uri="0a70e875-3d35-4be2-921f-7117c31bab9b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86bd8031-ab11-4a91-90a1-e866086aecbd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098FAD0-A538-4EEF-8A1D-DFBE717C00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86bd8031-ab11-4a91-90a1-e866086aec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CDC642-2985-433F-8A74-40E223A144A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CF5B788-8E8B-4C46-95AE-F75913BCF63C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2086</TotalTime>
  <Words>1271</Words>
  <Application>Microsoft Office PowerPoint</Application>
  <PresentationFormat>Presentación en pantalla (4:3)</PresentationFormat>
  <Paragraphs>179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30" baseType="lpstr">
      <vt:lpstr>Arial</vt:lpstr>
      <vt:lpstr>Arial </vt:lpstr>
      <vt:lpstr>Arial Narrow</vt:lpstr>
      <vt:lpstr>Avenir Roman</vt:lpstr>
      <vt:lpstr>GOMFFF+Arial-BoldMT</vt:lpstr>
      <vt:lpstr>IHEXPQ+Arial-ItalicMT</vt:lpstr>
      <vt:lpstr>Lato Extended</vt:lpstr>
      <vt:lpstr>PCHOUA+ArialMT</vt:lpstr>
      <vt:lpstr>SNVWER+Helvetica</vt:lpstr>
      <vt:lpstr>Unit</vt:lpstr>
      <vt:lpstr>Wingdings</vt:lpstr>
      <vt:lpstr>Default</vt:lpstr>
      <vt:lpstr>Doctoranda Mónica Guadalupe Olivares Robles Gil</vt:lpstr>
      <vt:lpstr>Presentación de PowerPoint</vt:lpstr>
      <vt:lpstr>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asignatura</dc:title>
  <dc:creator>Mónica Guadalupe Olivares Robles Gil</dc:creator>
  <cp:lastModifiedBy>Mónica Guadalupe Olivares Robles Gil</cp:lastModifiedBy>
  <cp:revision>510</cp:revision>
  <cp:lastPrinted>2021-01-09T00:29:57Z</cp:lastPrinted>
  <dcterms:modified xsi:type="dcterms:W3CDTF">2026-03-02T01:44:06Z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splay_urn:schemas-microsoft-com:office:office#SharedWithUsers">
    <vt:lpwstr>Montserrat Boix Teruel;Cristina Jiménez Hernández</vt:lpwstr>
  </property>
  <property fmtid="{D5CDD505-2E9C-101B-9397-08002B2CF9AE}" pid="3" name="SharedWithUsers">
    <vt:lpwstr>1683;#Montserrat Boix Teruel;#2148;#Cristina Jiménez Hernández</vt:lpwstr>
  </property>
  <property fmtid="{D5CDD505-2E9C-101B-9397-08002B2CF9AE}" pid="4" name="display_urn:schemas-microsoft-com:office:office#Editor">
    <vt:lpwstr>ABEL CAJARAVILLE CAPOTE</vt:lpwstr>
  </property>
  <property fmtid="{D5CDD505-2E9C-101B-9397-08002B2CF9AE}" pid="5" name="Order">
    <vt:lpwstr>33800.0000000000</vt:lpwstr>
  </property>
  <property fmtid="{D5CDD505-2E9C-101B-9397-08002B2CF9AE}" pid="6" name="ComplianceAssetId">
    <vt:lpwstr/>
  </property>
  <property fmtid="{D5CDD505-2E9C-101B-9397-08002B2CF9AE}" pid="7" name="display_urn:schemas-microsoft-com:office:office#Author">
    <vt:lpwstr>ABEL CAJARAVILLE CAPOTE</vt:lpwstr>
  </property>
  <property fmtid="{D5CDD505-2E9C-101B-9397-08002B2CF9AE}" pid="8" name="ContentTypeId">
    <vt:lpwstr>0x010100A9E7BC44F0866748874AF19BF15CA63E</vt:lpwstr>
  </property>
  <property fmtid="{D5CDD505-2E9C-101B-9397-08002B2CF9AE}" pid="9" name="_SourceUrl">
    <vt:lpwstr/>
  </property>
  <property fmtid="{D5CDD505-2E9C-101B-9397-08002B2CF9AE}" pid="10" name="_SharedFileIndex">
    <vt:lpwstr/>
  </property>
</Properties>
</file>